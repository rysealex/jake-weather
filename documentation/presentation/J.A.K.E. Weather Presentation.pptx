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7" r:id="rId4"/>
    <p:sldId id="268" r:id="rId5"/>
    <p:sldId id="269" r:id="rId6"/>
    <p:sldId id="266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3E65338-B7D2-4DDD-9483-1393EE1B77D4}" type="doc">
      <dgm:prSet loTypeId="urn:microsoft.com/office/officeart/2018/2/layout/IconVerticalSolidList" loCatId="icon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DB1F8BC-C3AC-4755-8137-0241AF0633C9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A </a:t>
          </a:r>
          <a:r>
            <a:rPr lang="en-US" b="0" dirty="0"/>
            <a:t>Secure</a:t>
          </a:r>
          <a:r>
            <a:rPr lang="en-US" dirty="0"/>
            <a:t>, </a:t>
          </a:r>
          <a:r>
            <a:rPr lang="en-US" b="1" dirty="0"/>
            <a:t>Full-Stack Weather Platform </a:t>
          </a:r>
          <a:r>
            <a:rPr lang="en-US" dirty="0"/>
            <a:t>for </a:t>
          </a:r>
          <a:r>
            <a:rPr lang="en-US" b="1" dirty="0"/>
            <a:t>Real-Time Forecasting</a:t>
          </a:r>
        </a:p>
      </dgm:t>
    </dgm:pt>
    <dgm:pt modelId="{85FF08AF-88EA-4F53-B82F-28FE501F6D28}" type="parTrans" cxnId="{F19DE8F9-69DE-417F-8DF8-A871A4C95C7B}">
      <dgm:prSet/>
      <dgm:spPr/>
      <dgm:t>
        <a:bodyPr/>
        <a:lstStyle/>
        <a:p>
          <a:endParaRPr lang="en-US"/>
        </a:p>
      </dgm:t>
    </dgm:pt>
    <dgm:pt modelId="{73093D89-E87A-466D-BA95-7CF5F3E37961}" type="sibTrans" cxnId="{F19DE8F9-69DE-417F-8DF8-A871A4C95C7B}">
      <dgm:prSet/>
      <dgm:spPr/>
      <dgm:t>
        <a:bodyPr/>
        <a:lstStyle/>
        <a:p>
          <a:endParaRPr lang="en-US"/>
        </a:p>
      </dgm:t>
    </dgm:pt>
    <dgm:pt modelId="{4F06B5A6-2958-4DB7-B8A1-F567A92D38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Key Features:</a:t>
          </a:r>
          <a:r>
            <a:rPr lang="en-US"/>
            <a:t> Delivers a </a:t>
          </a:r>
          <a:r>
            <a:rPr lang="en-US" b="1"/>
            <a:t>real-time 7-day forecast</a:t>
          </a:r>
          <a:r>
            <a:rPr lang="en-US"/>
            <a:t>, a </a:t>
          </a:r>
          <a:r>
            <a:rPr lang="en-US" b="1"/>
            <a:t>dynamic weather map</a:t>
          </a:r>
          <a:r>
            <a:rPr lang="en-US"/>
            <a:t>, and secure </a:t>
          </a:r>
          <a:r>
            <a:rPr lang="en-US" b="1"/>
            <a:t>user authentication</a:t>
          </a:r>
          <a:r>
            <a:rPr lang="en-US"/>
            <a:t> for personalized access</a:t>
          </a:r>
        </a:p>
      </dgm:t>
    </dgm:pt>
    <dgm:pt modelId="{D5DB27C9-8CF5-4AD4-83FC-50A14C11C1BE}" type="parTrans" cxnId="{76B5019A-2D3D-491C-B8A5-899E2B210DDE}">
      <dgm:prSet/>
      <dgm:spPr/>
      <dgm:t>
        <a:bodyPr/>
        <a:lstStyle/>
        <a:p>
          <a:endParaRPr lang="en-US"/>
        </a:p>
      </dgm:t>
    </dgm:pt>
    <dgm:pt modelId="{DAD8A724-ECD7-4DB2-B145-3A649962B9C0}" type="sibTrans" cxnId="{76B5019A-2D3D-491C-B8A5-899E2B210DDE}">
      <dgm:prSet/>
      <dgm:spPr/>
      <dgm:t>
        <a:bodyPr/>
        <a:lstStyle/>
        <a:p>
          <a:endParaRPr lang="en-US"/>
        </a:p>
      </dgm:t>
    </dgm:pt>
    <dgm:pt modelId="{1E5B2B84-AE44-42E1-9F44-7D4E499EE5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Goal:</a:t>
          </a:r>
          <a:r>
            <a:rPr lang="en-US"/>
            <a:t> To be the </a:t>
          </a:r>
          <a:r>
            <a:rPr lang="en-US" b="1"/>
            <a:t>reliable, accurate, and customizable</a:t>
          </a:r>
          <a:r>
            <a:rPr lang="en-US"/>
            <a:t> weather source for users across the United States of America</a:t>
          </a:r>
        </a:p>
      </dgm:t>
    </dgm:pt>
    <dgm:pt modelId="{6A62B60A-1A5B-4A3E-B2A4-8FD760629CA5}" type="parTrans" cxnId="{AC537E77-F84E-4C7D-9BDE-F6160B96734C}">
      <dgm:prSet/>
      <dgm:spPr/>
      <dgm:t>
        <a:bodyPr/>
        <a:lstStyle/>
        <a:p>
          <a:endParaRPr lang="en-US"/>
        </a:p>
      </dgm:t>
    </dgm:pt>
    <dgm:pt modelId="{4C9DD81A-E8FF-49C4-93E9-E999E1C8CE61}" type="sibTrans" cxnId="{AC537E77-F84E-4C7D-9BDE-F6160B96734C}">
      <dgm:prSet/>
      <dgm:spPr/>
      <dgm:t>
        <a:bodyPr/>
        <a:lstStyle/>
        <a:p>
          <a:endParaRPr lang="en-US"/>
        </a:p>
      </dgm:t>
    </dgm:pt>
    <dgm:pt modelId="{7422D1A5-C379-48EF-9C2E-E91291EBCE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Core Functionality:</a:t>
          </a:r>
          <a:r>
            <a:rPr lang="en-US" dirty="0"/>
            <a:t> Gathers and displays </a:t>
          </a:r>
          <a:r>
            <a:rPr lang="en-US" b="1" dirty="0"/>
            <a:t>real-time weather data</a:t>
          </a:r>
          <a:r>
            <a:rPr lang="en-US" dirty="0"/>
            <a:t> across a comprehensive, </a:t>
          </a:r>
          <a:r>
            <a:rPr lang="en-US" b="1" dirty="0"/>
            <a:t>full-stack web application</a:t>
          </a:r>
          <a:endParaRPr lang="en-US" dirty="0"/>
        </a:p>
      </dgm:t>
    </dgm:pt>
    <dgm:pt modelId="{D48E79FE-8D60-4781-A71B-6A659F7CCEAB}" type="parTrans" cxnId="{2DD44017-F6F3-4EBB-880E-5A5133562394}">
      <dgm:prSet/>
      <dgm:spPr/>
      <dgm:t>
        <a:bodyPr/>
        <a:lstStyle/>
        <a:p>
          <a:endParaRPr lang="en-US"/>
        </a:p>
      </dgm:t>
    </dgm:pt>
    <dgm:pt modelId="{AFE4CAF3-5F8F-4FC9-B903-0C95B57DA659}" type="sibTrans" cxnId="{2DD44017-F6F3-4EBB-880E-5A5133562394}">
      <dgm:prSet/>
      <dgm:spPr/>
      <dgm:t>
        <a:bodyPr/>
        <a:lstStyle/>
        <a:p>
          <a:endParaRPr lang="en-US"/>
        </a:p>
      </dgm:t>
    </dgm:pt>
    <dgm:pt modelId="{DD19E4F0-D39B-4744-A5C6-687490B3C08C}" type="pres">
      <dgm:prSet presAssocID="{B3E65338-B7D2-4DDD-9483-1393EE1B77D4}" presName="root" presStyleCnt="0">
        <dgm:presLayoutVars>
          <dgm:dir/>
          <dgm:resizeHandles val="exact"/>
        </dgm:presLayoutVars>
      </dgm:prSet>
      <dgm:spPr/>
    </dgm:pt>
    <dgm:pt modelId="{2D38D34E-F090-4D79-BA4A-74F2514B075F}" type="pres">
      <dgm:prSet presAssocID="{2DB1F8BC-C3AC-4755-8137-0241AF0633C9}" presName="compNode" presStyleCnt="0"/>
      <dgm:spPr/>
    </dgm:pt>
    <dgm:pt modelId="{AC5B9879-7B4B-45DE-A237-69D1D2356524}" type="pres">
      <dgm:prSet presAssocID="{2DB1F8BC-C3AC-4755-8137-0241AF0633C9}" presName="bgRect" presStyleLbl="bgShp" presStyleIdx="0" presStyleCnt="4"/>
      <dgm:spPr/>
    </dgm:pt>
    <dgm:pt modelId="{61113478-4190-44F2-A2D1-9E34CAAC2C7B}" type="pres">
      <dgm:prSet presAssocID="{2DB1F8BC-C3AC-4755-8137-0241AF0633C9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m (Medium Sun) with solid fill"/>
        </a:ext>
      </dgm:extLst>
    </dgm:pt>
    <dgm:pt modelId="{C6523993-D5FD-49F2-9FEA-74F31570A150}" type="pres">
      <dgm:prSet presAssocID="{2DB1F8BC-C3AC-4755-8137-0241AF0633C9}" presName="spaceRect" presStyleCnt="0"/>
      <dgm:spPr/>
    </dgm:pt>
    <dgm:pt modelId="{BD63EBC1-F382-4E5D-916F-88B4F117D1C8}" type="pres">
      <dgm:prSet presAssocID="{2DB1F8BC-C3AC-4755-8137-0241AF0633C9}" presName="parTx" presStyleLbl="revTx" presStyleIdx="0" presStyleCnt="4">
        <dgm:presLayoutVars>
          <dgm:chMax val="0"/>
          <dgm:chPref val="0"/>
        </dgm:presLayoutVars>
      </dgm:prSet>
      <dgm:spPr/>
    </dgm:pt>
    <dgm:pt modelId="{F63A6FB8-A9DD-40A1-8BF9-C539DAA59974}" type="pres">
      <dgm:prSet presAssocID="{73093D89-E87A-466D-BA95-7CF5F3E37961}" presName="sibTrans" presStyleCnt="0"/>
      <dgm:spPr/>
    </dgm:pt>
    <dgm:pt modelId="{B2437A7C-34CA-4360-9468-99D9C3544153}" type="pres">
      <dgm:prSet presAssocID="{7422D1A5-C379-48EF-9C2E-E91291EBCED8}" presName="compNode" presStyleCnt="0"/>
      <dgm:spPr/>
    </dgm:pt>
    <dgm:pt modelId="{586595E2-5B08-4DB0-9EB0-71F11AC62190}" type="pres">
      <dgm:prSet presAssocID="{7422D1A5-C379-48EF-9C2E-E91291EBCED8}" presName="bgRect" presStyleLbl="bgShp" presStyleIdx="1" presStyleCnt="4"/>
      <dgm:spPr/>
    </dgm:pt>
    <dgm:pt modelId="{DB19BDBB-F2E4-492F-852F-6EF6B646BD14}" type="pres">
      <dgm:prSet presAssocID="{7422D1A5-C379-48EF-9C2E-E91291EBCED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ainy scene with solid fill"/>
        </a:ext>
      </dgm:extLst>
    </dgm:pt>
    <dgm:pt modelId="{2F35FA0A-27EC-484A-9F5E-2B5C5F0B75E7}" type="pres">
      <dgm:prSet presAssocID="{7422D1A5-C379-48EF-9C2E-E91291EBCED8}" presName="spaceRect" presStyleCnt="0"/>
      <dgm:spPr/>
    </dgm:pt>
    <dgm:pt modelId="{E10265DC-397C-4696-B7FF-BB368C7E3F4D}" type="pres">
      <dgm:prSet presAssocID="{7422D1A5-C379-48EF-9C2E-E91291EBCED8}" presName="parTx" presStyleLbl="revTx" presStyleIdx="1" presStyleCnt="4">
        <dgm:presLayoutVars>
          <dgm:chMax val="0"/>
          <dgm:chPref val="0"/>
        </dgm:presLayoutVars>
      </dgm:prSet>
      <dgm:spPr/>
    </dgm:pt>
    <dgm:pt modelId="{9E171674-3776-445F-9A2B-B5A6EF5610B6}" type="pres">
      <dgm:prSet presAssocID="{AFE4CAF3-5F8F-4FC9-B903-0C95B57DA659}" presName="sibTrans" presStyleCnt="0"/>
      <dgm:spPr/>
    </dgm:pt>
    <dgm:pt modelId="{19BE2680-17AE-48C6-9226-5038AB738AC1}" type="pres">
      <dgm:prSet presAssocID="{4F06B5A6-2958-4DB7-B8A1-F567A92D385C}" presName="compNode" presStyleCnt="0"/>
      <dgm:spPr/>
    </dgm:pt>
    <dgm:pt modelId="{72D4B323-4CBA-40E8-843D-F1D320DF981C}" type="pres">
      <dgm:prSet presAssocID="{4F06B5A6-2958-4DB7-B8A1-F567A92D385C}" presName="bgRect" presStyleLbl="bgShp" presStyleIdx="2" presStyleCnt="4"/>
      <dgm:spPr/>
    </dgm:pt>
    <dgm:pt modelId="{ACE30F06-CB80-43B6-A1BB-707A6D0E4685}" type="pres">
      <dgm:prSet presAssocID="{4F06B5A6-2958-4DB7-B8A1-F567A92D38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p with pin with solid fill"/>
        </a:ext>
      </dgm:extLst>
    </dgm:pt>
    <dgm:pt modelId="{E49237CF-81E3-4CCA-B821-747026B079E7}" type="pres">
      <dgm:prSet presAssocID="{4F06B5A6-2958-4DB7-B8A1-F567A92D385C}" presName="spaceRect" presStyleCnt="0"/>
      <dgm:spPr/>
    </dgm:pt>
    <dgm:pt modelId="{04AB7333-5E36-4AB8-827F-D23D88862357}" type="pres">
      <dgm:prSet presAssocID="{4F06B5A6-2958-4DB7-B8A1-F567A92D385C}" presName="parTx" presStyleLbl="revTx" presStyleIdx="2" presStyleCnt="4">
        <dgm:presLayoutVars>
          <dgm:chMax val="0"/>
          <dgm:chPref val="0"/>
        </dgm:presLayoutVars>
      </dgm:prSet>
      <dgm:spPr/>
    </dgm:pt>
    <dgm:pt modelId="{44E6824D-4297-4B6D-BCC2-C98156E8F05D}" type="pres">
      <dgm:prSet presAssocID="{DAD8A724-ECD7-4DB2-B145-3A649962B9C0}" presName="sibTrans" presStyleCnt="0"/>
      <dgm:spPr/>
    </dgm:pt>
    <dgm:pt modelId="{EC858AF1-512F-4616-B07A-8E2D1DC21009}" type="pres">
      <dgm:prSet presAssocID="{1E5B2B84-AE44-42E1-9F44-7D4E499EE51E}" presName="compNode" presStyleCnt="0"/>
      <dgm:spPr/>
    </dgm:pt>
    <dgm:pt modelId="{B1B486F7-ABF0-48A0-9D8E-54BC9B3C9116}" type="pres">
      <dgm:prSet presAssocID="{1E5B2B84-AE44-42E1-9F44-7D4E499EE51E}" presName="bgRect" presStyleLbl="bgShp" presStyleIdx="3" presStyleCnt="4"/>
      <dgm:spPr/>
    </dgm:pt>
    <dgm:pt modelId="{B604B708-9786-49F3-83B9-711196C35311}" type="pres">
      <dgm:prSet presAssocID="{1E5B2B84-AE44-42E1-9F44-7D4E499EE51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od Idea with solid fill"/>
        </a:ext>
      </dgm:extLst>
    </dgm:pt>
    <dgm:pt modelId="{2A5DF8A7-5EC8-4DAB-A322-8EE3F75E18EB}" type="pres">
      <dgm:prSet presAssocID="{1E5B2B84-AE44-42E1-9F44-7D4E499EE51E}" presName="spaceRect" presStyleCnt="0"/>
      <dgm:spPr/>
    </dgm:pt>
    <dgm:pt modelId="{682FE0D5-EDAD-4C6F-AFAC-F869F0C0AC0E}" type="pres">
      <dgm:prSet presAssocID="{1E5B2B84-AE44-42E1-9F44-7D4E499EE51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397B803-D742-49F6-B211-721AE843DABF}" type="presOf" srcId="{7422D1A5-C379-48EF-9C2E-E91291EBCED8}" destId="{E10265DC-397C-4696-B7FF-BB368C7E3F4D}" srcOrd="0" destOrd="0" presId="urn:microsoft.com/office/officeart/2018/2/layout/IconVerticalSolidList"/>
    <dgm:cxn modelId="{2DD44017-F6F3-4EBB-880E-5A5133562394}" srcId="{B3E65338-B7D2-4DDD-9483-1393EE1B77D4}" destId="{7422D1A5-C379-48EF-9C2E-E91291EBCED8}" srcOrd="1" destOrd="0" parTransId="{D48E79FE-8D60-4781-A71B-6A659F7CCEAB}" sibTransId="{AFE4CAF3-5F8F-4FC9-B903-0C95B57DA659}"/>
    <dgm:cxn modelId="{ACE39272-F40A-4190-9071-7753C9DC8AF9}" type="presOf" srcId="{2DB1F8BC-C3AC-4755-8137-0241AF0633C9}" destId="{BD63EBC1-F382-4E5D-916F-88B4F117D1C8}" srcOrd="0" destOrd="0" presId="urn:microsoft.com/office/officeart/2018/2/layout/IconVerticalSolidList"/>
    <dgm:cxn modelId="{AC537E77-F84E-4C7D-9BDE-F6160B96734C}" srcId="{B3E65338-B7D2-4DDD-9483-1393EE1B77D4}" destId="{1E5B2B84-AE44-42E1-9F44-7D4E499EE51E}" srcOrd="3" destOrd="0" parTransId="{6A62B60A-1A5B-4A3E-B2A4-8FD760629CA5}" sibTransId="{4C9DD81A-E8FF-49C4-93E9-E999E1C8CE61}"/>
    <dgm:cxn modelId="{76B5019A-2D3D-491C-B8A5-899E2B210DDE}" srcId="{B3E65338-B7D2-4DDD-9483-1393EE1B77D4}" destId="{4F06B5A6-2958-4DB7-B8A1-F567A92D385C}" srcOrd="2" destOrd="0" parTransId="{D5DB27C9-8CF5-4AD4-83FC-50A14C11C1BE}" sibTransId="{DAD8A724-ECD7-4DB2-B145-3A649962B9C0}"/>
    <dgm:cxn modelId="{4EC9289C-3A1E-47AB-BB00-BB5ECDBCE490}" type="presOf" srcId="{4F06B5A6-2958-4DB7-B8A1-F567A92D385C}" destId="{04AB7333-5E36-4AB8-827F-D23D88862357}" srcOrd="0" destOrd="0" presId="urn:microsoft.com/office/officeart/2018/2/layout/IconVerticalSolidList"/>
    <dgm:cxn modelId="{D837E3A1-C729-429A-9DA1-201D839604D9}" type="presOf" srcId="{1E5B2B84-AE44-42E1-9F44-7D4E499EE51E}" destId="{682FE0D5-EDAD-4C6F-AFAC-F869F0C0AC0E}" srcOrd="0" destOrd="0" presId="urn:microsoft.com/office/officeart/2018/2/layout/IconVerticalSolidList"/>
    <dgm:cxn modelId="{849A2BD1-E83C-4BAC-A3A4-BF3A8C44BF80}" type="presOf" srcId="{B3E65338-B7D2-4DDD-9483-1393EE1B77D4}" destId="{DD19E4F0-D39B-4744-A5C6-687490B3C08C}" srcOrd="0" destOrd="0" presId="urn:microsoft.com/office/officeart/2018/2/layout/IconVerticalSolidList"/>
    <dgm:cxn modelId="{F19DE8F9-69DE-417F-8DF8-A871A4C95C7B}" srcId="{B3E65338-B7D2-4DDD-9483-1393EE1B77D4}" destId="{2DB1F8BC-C3AC-4755-8137-0241AF0633C9}" srcOrd="0" destOrd="0" parTransId="{85FF08AF-88EA-4F53-B82F-28FE501F6D28}" sibTransId="{73093D89-E87A-466D-BA95-7CF5F3E37961}"/>
    <dgm:cxn modelId="{5041FEA7-4903-446D-A551-FCFA625314A8}" type="presParOf" srcId="{DD19E4F0-D39B-4744-A5C6-687490B3C08C}" destId="{2D38D34E-F090-4D79-BA4A-74F2514B075F}" srcOrd="0" destOrd="0" presId="urn:microsoft.com/office/officeart/2018/2/layout/IconVerticalSolidList"/>
    <dgm:cxn modelId="{15A4CBC2-27BD-48E5-8FBA-7990708347A4}" type="presParOf" srcId="{2D38D34E-F090-4D79-BA4A-74F2514B075F}" destId="{AC5B9879-7B4B-45DE-A237-69D1D2356524}" srcOrd="0" destOrd="0" presId="urn:microsoft.com/office/officeart/2018/2/layout/IconVerticalSolidList"/>
    <dgm:cxn modelId="{57C2C652-25E3-47B9-AF34-215BCF8AE1CE}" type="presParOf" srcId="{2D38D34E-F090-4D79-BA4A-74F2514B075F}" destId="{61113478-4190-44F2-A2D1-9E34CAAC2C7B}" srcOrd="1" destOrd="0" presId="urn:microsoft.com/office/officeart/2018/2/layout/IconVerticalSolidList"/>
    <dgm:cxn modelId="{B83018A3-DB16-4FF1-9378-CC1B03E473BC}" type="presParOf" srcId="{2D38D34E-F090-4D79-BA4A-74F2514B075F}" destId="{C6523993-D5FD-49F2-9FEA-74F31570A150}" srcOrd="2" destOrd="0" presId="urn:microsoft.com/office/officeart/2018/2/layout/IconVerticalSolidList"/>
    <dgm:cxn modelId="{0D72ACFB-EA65-4360-8D4B-CEB27052BDE8}" type="presParOf" srcId="{2D38D34E-F090-4D79-BA4A-74F2514B075F}" destId="{BD63EBC1-F382-4E5D-916F-88B4F117D1C8}" srcOrd="3" destOrd="0" presId="urn:microsoft.com/office/officeart/2018/2/layout/IconVerticalSolidList"/>
    <dgm:cxn modelId="{F4510E88-7E0A-4F50-85C0-36FEBC7F5FFA}" type="presParOf" srcId="{DD19E4F0-D39B-4744-A5C6-687490B3C08C}" destId="{F63A6FB8-A9DD-40A1-8BF9-C539DAA59974}" srcOrd="1" destOrd="0" presId="urn:microsoft.com/office/officeart/2018/2/layout/IconVerticalSolidList"/>
    <dgm:cxn modelId="{404B72A9-31B9-424C-B014-5F912364A930}" type="presParOf" srcId="{DD19E4F0-D39B-4744-A5C6-687490B3C08C}" destId="{B2437A7C-34CA-4360-9468-99D9C3544153}" srcOrd="2" destOrd="0" presId="urn:microsoft.com/office/officeart/2018/2/layout/IconVerticalSolidList"/>
    <dgm:cxn modelId="{3BDCEFD4-C7E7-49DD-AF00-61B84799FFD4}" type="presParOf" srcId="{B2437A7C-34CA-4360-9468-99D9C3544153}" destId="{586595E2-5B08-4DB0-9EB0-71F11AC62190}" srcOrd="0" destOrd="0" presId="urn:microsoft.com/office/officeart/2018/2/layout/IconVerticalSolidList"/>
    <dgm:cxn modelId="{3FC85524-A8A0-4B87-8291-F5806E73B685}" type="presParOf" srcId="{B2437A7C-34CA-4360-9468-99D9C3544153}" destId="{DB19BDBB-F2E4-492F-852F-6EF6B646BD14}" srcOrd="1" destOrd="0" presId="urn:microsoft.com/office/officeart/2018/2/layout/IconVerticalSolidList"/>
    <dgm:cxn modelId="{57AAB679-3DA2-488E-80BF-FF695E4189F4}" type="presParOf" srcId="{B2437A7C-34CA-4360-9468-99D9C3544153}" destId="{2F35FA0A-27EC-484A-9F5E-2B5C5F0B75E7}" srcOrd="2" destOrd="0" presId="urn:microsoft.com/office/officeart/2018/2/layout/IconVerticalSolidList"/>
    <dgm:cxn modelId="{8A36CFBD-723E-45B8-BAD4-B82B823F9E3A}" type="presParOf" srcId="{B2437A7C-34CA-4360-9468-99D9C3544153}" destId="{E10265DC-397C-4696-B7FF-BB368C7E3F4D}" srcOrd="3" destOrd="0" presId="urn:microsoft.com/office/officeart/2018/2/layout/IconVerticalSolidList"/>
    <dgm:cxn modelId="{2B6CB6CC-4901-421A-8D2F-5ABD6E4C55BA}" type="presParOf" srcId="{DD19E4F0-D39B-4744-A5C6-687490B3C08C}" destId="{9E171674-3776-445F-9A2B-B5A6EF5610B6}" srcOrd="3" destOrd="0" presId="urn:microsoft.com/office/officeart/2018/2/layout/IconVerticalSolidList"/>
    <dgm:cxn modelId="{EFDA0F93-5242-4A2E-A412-D721BDCF057C}" type="presParOf" srcId="{DD19E4F0-D39B-4744-A5C6-687490B3C08C}" destId="{19BE2680-17AE-48C6-9226-5038AB738AC1}" srcOrd="4" destOrd="0" presId="urn:microsoft.com/office/officeart/2018/2/layout/IconVerticalSolidList"/>
    <dgm:cxn modelId="{6C1C20BE-2304-43B7-A564-79A4E6744640}" type="presParOf" srcId="{19BE2680-17AE-48C6-9226-5038AB738AC1}" destId="{72D4B323-4CBA-40E8-843D-F1D320DF981C}" srcOrd="0" destOrd="0" presId="urn:microsoft.com/office/officeart/2018/2/layout/IconVerticalSolidList"/>
    <dgm:cxn modelId="{2840C4DF-FA3F-4796-9559-56F39DF6CDF1}" type="presParOf" srcId="{19BE2680-17AE-48C6-9226-5038AB738AC1}" destId="{ACE30F06-CB80-43B6-A1BB-707A6D0E4685}" srcOrd="1" destOrd="0" presId="urn:microsoft.com/office/officeart/2018/2/layout/IconVerticalSolidList"/>
    <dgm:cxn modelId="{C7A7DF54-C245-4EED-B697-3FD9A39EC70E}" type="presParOf" srcId="{19BE2680-17AE-48C6-9226-5038AB738AC1}" destId="{E49237CF-81E3-4CCA-B821-747026B079E7}" srcOrd="2" destOrd="0" presId="urn:microsoft.com/office/officeart/2018/2/layout/IconVerticalSolidList"/>
    <dgm:cxn modelId="{8DEB7452-8481-4466-9A22-F203FF211AFA}" type="presParOf" srcId="{19BE2680-17AE-48C6-9226-5038AB738AC1}" destId="{04AB7333-5E36-4AB8-827F-D23D88862357}" srcOrd="3" destOrd="0" presId="urn:microsoft.com/office/officeart/2018/2/layout/IconVerticalSolidList"/>
    <dgm:cxn modelId="{FBEEA4B8-7F5F-4599-A4B9-C51E557240BC}" type="presParOf" srcId="{DD19E4F0-D39B-4744-A5C6-687490B3C08C}" destId="{44E6824D-4297-4B6D-BCC2-C98156E8F05D}" srcOrd="5" destOrd="0" presId="urn:microsoft.com/office/officeart/2018/2/layout/IconVerticalSolidList"/>
    <dgm:cxn modelId="{48215EE2-9BCD-42EC-A6B5-D8769A42AB1F}" type="presParOf" srcId="{DD19E4F0-D39B-4744-A5C6-687490B3C08C}" destId="{EC858AF1-512F-4616-B07A-8E2D1DC21009}" srcOrd="6" destOrd="0" presId="urn:microsoft.com/office/officeart/2018/2/layout/IconVerticalSolidList"/>
    <dgm:cxn modelId="{ABEE0700-BB00-474E-A7A9-3AEC1041AA99}" type="presParOf" srcId="{EC858AF1-512F-4616-B07A-8E2D1DC21009}" destId="{B1B486F7-ABF0-48A0-9D8E-54BC9B3C9116}" srcOrd="0" destOrd="0" presId="urn:microsoft.com/office/officeart/2018/2/layout/IconVerticalSolidList"/>
    <dgm:cxn modelId="{C8481E29-E6AE-4EA2-B7BF-0010633B9BF2}" type="presParOf" srcId="{EC858AF1-512F-4616-B07A-8E2D1DC21009}" destId="{B604B708-9786-49F3-83B9-711196C35311}" srcOrd="1" destOrd="0" presId="urn:microsoft.com/office/officeart/2018/2/layout/IconVerticalSolidList"/>
    <dgm:cxn modelId="{5A0C6E5E-E374-420B-AD0D-D32994F09230}" type="presParOf" srcId="{EC858AF1-512F-4616-B07A-8E2D1DC21009}" destId="{2A5DF8A7-5EC8-4DAB-A322-8EE3F75E18EB}" srcOrd="2" destOrd="0" presId="urn:microsoft.com/office/officeart/2018/2/layout/IconVerticalSolidList"/>
    <dgm:cxn modelId="{4AFCCFEB-755E-4D1B-A857-DEF8FFD08DB3}" type="presParOf" srcId="{EC858AF1-512F-4616-B07A-8E2D1DC21009}" destId="{682FE0D5-EDAD-4C6F-AFAC-F869F0C0AC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6B2B82-2701-49E2-B87D-59E7020D786B}" type="doc">
      <dgm:prSet loTypeId="urn:microsoft.com/office/officeart/2016/7/layout/LinearArrowProcessNumbered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5FA66F6-0ECF-4C00-8316-09396250B26F}">
      <dgm:prSet/>
      <dgm:spPr/>
      <dgm:t>
        <a:bodyPr/>
        <a:lstStyle/>
        <a:p>
          <a:pPr algn="ctr"/>
          <a:r>
            <a:rPr lang="en-US" b="1" dirty="0"/>
            <a:t>Project Plan</a:t>
          </a:r>
        </a:p>
      </dgm:t>
    </dgm:pt>
    <dgm:pt modelId="{11EC927F-4E58-408D-9635-2DA5423C95F1}" type="parTrans" cxnId="{A42EB62F-1B9E-467A-8F9E-D99320031B1F}">
      <dgm:prSet/>
      <dgm:spPr/>
      <dgm:t>
        <a:bodyPr/>
        <a:lstStyle/>
        <a:p>
          <a:endParaRPr lang="en-US"/>
        </a:p>
      </dgm:t>
    </dgm:pt>
    <dgm:pt modelId="{4AE044D5-AAB8-431D-8280-7DDDEF6CB4F1}" type="sibTrans" cxnId="{A42EB62F-1B9E-467A-8F9E-D99320031B1F}">
      <dgm:prSet phldrT="1" phldr="0"/>
      <dgm:spPr/>
      <dgm:t>
        <a:bodyPr/>
        <a:lstStyle/>
        <a:p>
          <a:r>
            <a:rPr lang="en-US"/>
            <a:t>1</a:t>
          </a:r>
          <a:endParaRPr lang="en-US" dirty="0"/>
        </a:p>
      </dgm:t>
    </dgm:pt>
    <dgm:pt modelId="{D25E4860-CDC9-4BCE-A056-6B9D19E8617D}">
      <dgm:prSet/>
      <dgm:spPr/>
      <dgm:t>
        <a:bodyPr/>
        <a:lstStyle/>
        <a:p>
          <a:pPr algn="ctr"/>
          <a:r>
            <a:rPr lang="en-US" b="1" dirty="0"/>
            <a:t>SRS</a:t>
          </a:r>
        </a:p>
      </dgm:t>
    </dgm:pt>
    <dgm:pt modelId="{30FA288D-6EFD-473F-9026-EEBC067FACD6}" type="parTrans" cxnId="{D3B0B6E9-4B56-46C5-8456-54DC2FF78FEB}">
      <dgm:prSet/>
      <dgm:spPr/>
      <dgm:t>
        <a:bodyPr/>
        <a:lstStyle/>
        <a:p>
          <a:endParaRPr lang="en-US"/>
        </a:p>
      </dgm:t>
    </dgm:pt>
    <dgm:pt modelId="{FEF5582A-B89B-4F0A-9A77-503C859E9D3B}" type="sibTrans" cxnId="{D3B0B6E9-4B56-46C5-8456-54DC2FF78FEB}">
      <dgm:prSet phldrT="2" phldr="0"/>
      <dgm:spPr/>
      <dgm:t>
        <a:bodyPr/>
        <a:lstStyle/>
        <a:p>
          <a:r>
            <a:rPr lang="en-US"/>
            <a:t>2</a:t>
          </a:r>
          <a:endParaRPr lang="en-US" dirty="0"/>
        </a:p>
      </dgm:t>
    </dgm:pt>
    <dgm:pt modelId="{C129D98E-FBA8-4E06-9FA3-52D3E155F91B}">
      <dgm:prSet/>
      <dgm:spPr/>
      <dgm:t>
        <a:bodyPr/>
        <a:lstStyle/>
        <a:p>
          <a:pPr algn="ctr"/>
          <a:r>
            <a:rPr lang="en-US" b="1" dirty="0"/>
            <a:t>Design Document</a:t>
          </a:r>
        </a:p>
      </dgm:t>
    </dgm:pt>
    <dgm:pt modelId="{7DCBA1FE-B920-441F-B0A2-64711D87A57C}" type="parTrans" cxnId="{8D9BEE31-2229-404C-B3AE-6AA8A669082B}">
      <dgm:prSet/>
      <dgm:spPr/>
      <dgm:t>
        <a:bodyPr/>
        <a:lstStyle/>
        <a:p>
          <a:endParaRPr lang="en-US"/>
        </a:p>
      </dgm:t>
    </dgm:pt>
    <dgm:pt modelId="{7FC433E5-3ACA-46C7-AB2D-4123BA2D7D35}" type="sibTrans" cxnId="{8D9BEE31-2229-404C-B3AE-6AA8A669082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84B8B68-355C-49D8-8BCE-B8C333F3DE35}">
      <dgm:prSet/>
      <dgm:spPr/>
      <dgm:t>
        <a:bodyPr/>
        <a:lstStyle/>
        <a:p>
          <a:pPr algn="ctr"/>
          <a:r>
            <a:rPr lang="en-US" b="1" dirty="0"/>
            <a:t>Test Plan</a:t>
          </a:r>
        </a:p>
      </dgm:t>
    </dgm:pt>
    <dgm:pt modelId="{E5EFDFFB-4788-4611-B5BF-F54D30862D47}" type="parTrans" cxnId="{3E524879-0844-4C3A-815E-E502B69A06E5}">
      <dgm:prSet/>
      <dgm:spPr/>
      <dgm:t>
        <a:bodyPr/>
        <a:lstStyle/>
        <a:p>
          <a:endParaRPr lang="en-US"/>
        </a:p>
      </dgm:t>
    </dgm:pt>
    <dgm:pt modelId="{AE15A955-9704-45A4-A0F6-A3C7DB84C08F}" type="sibTrans" cxnId="{3E524879-0844-4C3A-815E-E502B69A06E5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29C46F1-2964-444B-9521-E59F77B3271C}">
      <dgm:prSet/>
      <dgm:spPr/>
      <dgm:t>
        <a:bodyPr/>
        <a:lstStyle/>
        <a:p>
          <a:pPr algn="ctr"/>
          <a:r>
            <a:rPr lang="en-US" b="1" dirty="0"/>
            <a:t>Implementation</a:t>
          </a:r>
        </a:p>
      </dgm:t>
    </dgm:pt>
    <dgm:pt modelId="{F9264991-0F86-4D58-89BE-80B39B30288D}" type="parTrans" cxnId="{97B2B66A-D348-4383-B05A-787709CD8B52}">
      <dgm:prSet/>
      <dgm:spPr/>
      <dgm:t>
        <a:bodyPr/>
        <a:lstStyle/>
        <a:p>
          <a:endParaRPr lang="en-US"/>
        </a:p>
      </dgm:t>
    </dgm:pt>
    <dgm:pt modelId="{3EF9CEEE-38BB-4C2F-AD3C-5090DEE316C0}" type="sibTrans" cxnId="{97B2B66A-D348-4383-B05A-787709CD8B52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6730C48E-878E-4CA5-8958-EB6F7610AC7F}">
      <dgm:prSet/>
      <dgm:spPr/>
      <dgm:t>
        <a:bodyPr/>
        <a:lstStyle/>
        <a:p>
          <a:pPr algn="ctr"/>
          <a:r>
            <a:rPr lang="en-US" b="1" dirty="0"/>
            <a:t>Test Report</a:t>
          </a:r>
        </a:p>
      </dgm:t>
    </dgm:pt>
    <dgm:pt modelId="{93D5AF30-7580-46C8-9C89-FEC367B38E80}" type="parTrans" cxnId="{C0BC47AE-8F08-4097-9F5A-18BDCC8C41F7}">
      <dgm:prSet/>
      <dgm:spPr/>
      <dgm:t>
        <a:bodyPr/>
        <a:lstStyle/>
        <a:p>
          <a:endParaRPr lang="en-US"/>
        </a:p>
      </dgm:t>
    </dgm:pt>
    <dgm:pt modelId="{BCDC5C50-B9AC-427A-A2B8-DFD71373F489}" type="sibTrans" cxnId="{C0BC47AE-8F08-4097-9F5A-18BDCC8C41F7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CBBA00E2-2A8B-4A58-A4AA-2B131FA71184}" type="pres">
      <dgm:prSet presAssocID="{E76B2B82-2701-49E2-B87D-59E7020D786B}" presName="linearFlow" presStyleCnt="0">
        <dgm:presLayoutVars>
          <dgm:dir/>
          <dgm:animLvl val="lvl"/>
          <dgm:resizeHandles val="exact"/>
        </dgm:presLayoutVars>
      </dgm:prSet>
      <dgm:spPr/>
    </dgm:pt>
    <dgm:pt modelId="{DE3F9787-7A03-4599-9D73-D61E3908AEDB}" type="pres">
      <dgm:prSet presAssocID="{85FA66F6-0ECF-4C00-8316-09396250B26F}" presName="compositeNode" presStyleCnt="0"/>
      <dgm:spPr/>
    </dgm:pt>
    <dgm:pt modelId="{9436667A-33D1-47FF-B68E-4F3567F766FC}" type="pres">
      <dgm:prSet presAssocID="{85FA66F6-0ECF-4C00-8316-09396250B26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B37BCAC-AF5F-43D7-9BD4-B4C5C8111F9E}" type="pres">
      <dgm:prSet presAssocID="{85FA66F6-0ECF-4C00-8316-09396250B26F}" presName="parSh" presStyleCnt="0"/>
      <dgm:spPr/>
    </dgm:pt>
    <dgm:pt modelId="{C751C209-A0D3-439D-8968-BFB2234E8B2D}" type="pres">
      <dgm:prSet presAssocID="{85FA66F6-0ECF-4C00-8316-09396250B26F}" presName="lineNode" presStyleLbl="alignAccFollowNode1" presStyleIdx="0" presStyleCnt="18"/>
      <dgm:spPr/>
    </dgm:pt>
    <dgm:pt modelId="{4B0AF7AE-CCA6-49D6-8E46-29FCE1AD06ED}" type="pres">
      <dgm:prSet presAssocID="{85FA66F6-0ECF-4C00-8316-09396250B26F}" presName="lineArrowNode" presStyleLbl="alignAccFollowNode1" presStyleIdx="1" presStyleCnt="18"/>
      <dgm:spPr/>
    </dgm:pt>
    <dgm:pt modelId="{6DC1ABBB-0683-4B8D-BB50-985CA0BC471D}" type="pres">
      <dgm:prSet presAssocID="{4AE044D5-AAB8-431D-8280-7DDDEF6CB4F1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DF2A712C-A6E3-4C06-B84B-24E9018A43AD}" type="pres">
      <dgm:prSet presAssocID="{4AE044D5-AAB8-431D-8280-7DDDEF6CB4F1}" presName="spacerBetweenCircleAndCallout" presStyleCnt="0">
        <dgm:presLayoutVars/>
      </dgm:prSet>
      <dgm:spPr/>
    </dgm:pt>
    <dgm:pt modelId="{F37B602B-14D6-4C77-9970-9312C12F08AC}" type="pres">
      <dgm:prSet presAssocID="{85FA66F6-0ECF-4C00-8316-09396250B26F}" presName="nodeText" presStyleLbl="alignAccFollowNode1" presStyleIdx="2" presStyleCnt="18">
        <dgm:presLayoutVars>
          <dgm:bulletEnabled val="1"/>
        </dgm:presLayoutVars>
      </dgm:prSet>
      <dgm:spPr/>
    </dgm:pt>
    <dgm:pt modelId="{0C8BD473-A887-4438-98D6-1AFE323F2203}" type="pres">
      <dgm:prSet presAssocID="{4AE044D5-AAB8-431D-8280-7DDDEF6CB4F1}" presName="sibTransComposite" presStyleCnt="0"/>
      <dgm:spPr/>
    </dgm:pt>
    <dgm:pt modelId="{F74017C7-0CAE-49D9-9DC4-59C92080B37B}" type="pres">
      <dgm:prSet presAssocID="{D25E4860-CDC9-4BCE-A056-6B9D19E8617D}" presName="compositeNode" presStyleCnt="0"/>
      <dgm:spPr/>
    </dgm:pt>
    <dgm:pt modelId="{E1B6B714-BE07-416A-A690-3E9EB9717677}" type="pres">
      <dgm:prSet presAssocID="{D25E4860-CDC9-4BCE-A056-6B9D19E8617D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35E1A4EE-7EF3-4DFB-BF5B-9DA86AB0ABE4}" type="pres">
      <dgm:prSet presAssocID="{D25E4860-CDC9-4BCE-A056-6B9D19E8617D}" presName="parSh" presStyleCnt="0"/>
      <dgm:spPr/>
    </dgm:pt>
    <dgm:pt modelId="{AEE00025-A740-4D47-BBCD-B9174E209717}" type="pres">
      <dgm:prSet presAssocID="{D25E4860-CDC9-4BCE-A056-6B9D19E8617D}" presName="lineNode" presStyleLbl="alignAccFollowNode1" presStyleIdx="3" presStyleCnt="18"/>
      <dgm:spPr/>
    </dgm:pt>
    <dgm:pt modelId="{2DE19AFA-1D69-4201-A878-90180F21D5D2}" type="pres">
      <dgm:prSet presAssocID="{D25E4860-CDC9-4BCE-A056-6B9D19E8617D}" presName="lineArrowNode" presStyleLbl="alignAccFollowNode1" presStyleIdx="4" presStyleCnt="18"/>
      <dgm:spPr/>
    </dgm:pt>
    <dgm:pt modelId="{4A95D29A-23DA-4526-9630-889B7B4E596F}" type="pres">
      <dgm:prSet presAssocID="{FEF5582A-B89B-4F0A-9A77-503C859E9D3B}" presName="sibTransNodeCircle" presStyleLbl="alignNode1" presStyleIdx="1" presStyleCnt="6">
        <dgm:presLayoutVars>
          <dgm:chMax val="0"/>
          <dgm:bulletEnabled/>
        </dgm:presLayoutVars>
      </dgm:prSet>
      <dgm:spPr/>
    </dgm:pt>
    <dgm:pt modelId="{1F15040C-9291-483D-BE4B-DB09859511CC}" type="pres">
      <dgm:prSet presAssocID="{FEF5582A-B89B-4F0A-9A77-503C859E9D3B}" presName="spacerBetweenCircleAndCallout" presStyleCnt="0">
        <dgm:presLayoutVars/>
      </dgm:prSet>
      <dgm:spPr/>
    </dgm:pt>
    <dgm:pt modelId="{DECEA421-557B-4289-A094-E5B1C8CE6F80}" type="pres">
      <dgm:prSet presAssocID="{D25E4860-CDC9-4BCE-A056-6B9D19E8617D}" presName="nodeText" presStyleLbl="alignAccFollowNode1" presStyleIdx="5" presStyleCnt="18">
        <dgm:presLayoutVars>
          <dgm:bulletEnabled val="1"/>
        </dgm:presLayoutVars>
      </dgm:prSet>
      <dgm:spPr/>
    </dgm:pt>
    <dgm:pt modelId="{1AB21E63-3B4E-461B-BAA3-2A0779C737D3}" type="pres">
      <dgm:prSet presAssocID="{FEF5582A-B89B-4F0A-9A77-503C859E9D3B}" presName="sibTransComposite" presStyleCnt="0"/>
      <dgm:spPr/>
    </dgm:pt>
    <dgm:pt modelId="{3C92B4BE-9D98-4F02-8DA5-29A0FFEDF106}" type="pres">
      <dgm:prSet presAssocID="{C129D98E-FBA8-4E06-9FA3-52D3E155F91B}" presName="compositeNode" presStyleCnt="0"/>
      <dgm:spPr/>
    </dgm:pt>
    <dgm:pt modelId="{333F68F7-BBE0-4DD2-A7B0-52C4DF1FC7BA}" type="pres">
      <dgm:prSet presAssocID="{C129D98E-FBA8-4E06-9FA3-52D3E155F91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211FF299-323B-48A8-8886-CC0F96EB73BE}" type="pres">
      <dgm:prSet presAssocID="{C129D98E-FBA8-4E06-9FA3-52D3E155F91B}" presName="parSh" presStyleCnt="0"/>
      <dgm:spPr/>
    </dgm:pt>
    <dgm:pt modelId="{A191A919-F7E7-4FA4-8646-072D5BD6E63E}" type="pres">
      <dgm:prSet presAssocID="{C129D98E-FBA8-4E06-9FA3-52D3E155F91B}" presName="lineNode" presStyleLbl="alignAccFollowNode1" presStyleIdx="6" presStyleCnt="18"/>
      <dgm:spPr/>
    </dgm:pt>
    <dgm:pt modelId="{1D945AFD-27ED-4E38-88C2-3973A54F3338}" type="pres">
      <dgm:prSet presAssocID="{C129D98E-FBA8-4E06-9FA3-52D3E155F91B}" presName="lineArrowNode" presStyleLbl="alignAccFollowNode1" presStyleIdx="7" presStyleCnt="18"/>
      <dgm:spPr/>
    </dgm:pt>
    <dgm:pt modelId="{11DAFAA7-73E6-45EB-8C83-A1CEF5D0C0DA}" type="pres">
      <dgm:prSet presAssocID="{7FC433E5-3ACA-46C7-AB2D-4123BA2D7D35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EB697397-9CE4-4589-B2C7-619C220F7069}" type="pres">
      <dgm:prSet presAssocID="{7FC433E5-3ACA-46C7-AB2D-4123BA2D7D35}" presName="spacerBetweenCircleAndCallout" presStyleCnt="0">
        <dgm:presLayoutVars/>
      </dgm:prSet>
      <dgm:spPr/>
    </dgm:pt>
    <dgm:pt modelId="{AB52F55E-DEF9-4365-9A74-3494E099A57C}" type="pres">
      <dgm:prSet presAssocID="{C129D98E-FBA8-4E06-9FA3-52D3E155F91B}" presName="nodeText" presStyleLbl="alignAccFollowNode1" presStyleIdx="8" presStyleCnt="18">
        <dgm:presLayoutVars>
          <dgm:bulletEnabled val="1"/>
        </dgm:presLayoutVars>
      </dgm:prSet>
      <dgm:spPr/>
    </dgm:pt>
    <dgm:pt modelId="{839F901E-93FA-4088-84CC-59E41F75CFAD}" type="pres">
      <dgm:prSet presAssocID="{7FC433E5-3ACA-46C7-AB2D-4123BA2D7D35}" presName="sibTransComposite" presStyleCnt="0"/>
      <dgm:spPr/>
    </dgm:pt>
    <dgm:pt modelId="{39B68FC8-9E39-4F11-9844-EEF8FEC2BFE9}" type="pres">
      <dgm:prSet presAssocID="{F84B8B68-355C-49D8-8BCE-B8C333F3DE35}" presName="compositeNode" presStyleCnt="0"/>
      <dgm:spPr/>
    </dgm:pt>
    <dgm:pt modelId="{DF5E330E-D9DB-4222-A820-32F681F0B444}" type="pres">
      <dgm:prSet presAssocID="{F84B8B68-355C-49D8-8BCE-B8C333F3DE35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33A47A9-7E3A-4D40-B181-8FC510B6E8A3}" type="pres">
      <dgm:prSet presAssocID="{F84B8B68-355C-49D8-8BCE-B8C333F3DE35}" presName="parSh" presStyleCnt="0"/>
      <dgm:spPr/>
    </dgm:pt>
    <dgm:pt modelId="{B0FE7C09-3B0B-44AC-8C7E-F234EAE6D0D7}" type="pres">
      <dgm:prSet presAssocID="{F84B8B68-355C-49D8-8BCE-B8C333F3DE35}" presName="lineNode" presStyleLbl="alignAccFollowNode1" presStyleIdx="9" presStyleCnt="18"/>
      <dgm:spPr/>
    </dgm:pt>
    <dgm:pt modelId="{F634C9DE-4B0D-4FAD-986E-ADFE649B3F48}" type="pres">
      <dgm:prSet presAssocID="{F84B8B68-355C-49D8-8BCE-B8C333F3DE35}" presName="lineArrowNode" presStyleLbl="alignAccFollowNode1" presStyleIdx="10" presStyleCnt="18"/>
      <dgm:spPr/>
    </dgm:pt>
    <dgm:pt modelId="{712A0FC9-6CDD-4F9D-A56A-70F83D11411B}" type="pres">
      <dgm:prSet presAssocID="{AE15A955-9704-45A4-A0F6-A3C7DB84C08F}" presName="sibTransNodeCircle" presStyleLbl="alignNode1" presStyleIdx="3" presStyleCnt="6">
        <dgm:presLayoutVars>
          <dgm:chMax val="0"/>
          <dgm:bulletEnabled/>
        </dgm:presLayoutVars>
      </dgm:prSet>
      <dgm:spPr/>
    </dgm:pt>
    <dgm:pt modelId="{3BDC9883-57A3-4BB5-8398-78D0647AE779}" type="pres">
      <dgm:prSet presAssocID="{AE15A955-9704-45A4-A0F6-A3C7DB84C08F}" presName="spacerBetweenCircleAndCallout" presStyleCnt="0">
        <dgm:presLayoutVars/>
      </dgm:prSet>
      <dgm:spPr/>
    </dgm:pt>
    <dgm:pt modelId="{DD928B5F-DBE2-4B9D-BF9B-C5DB5FF70AD3}" type="pres">
      <dgm:prSet presAssocID="{F84B8B68-355C-49D8-8BCE-B8C333F3DE35}" presName="nodeText" presStyleLbl="alignAccFollowNode1" presStyleIdx="11" presStyleCnt="18">
        <dgm:presLayoutVars>
          <dgm:bulletEnabled val="1"/>
        </dgm:presLayoutVars>
      </dgm:prSet>
      <dgm:spPr/>
    </dgm:pt>
    <dgm:pt modelId="{5EFE8253-047C-4E73-876D-4BDD54A7DA24}" type="pres">
      <dgm:prSet presAssocID="{AE15A955-9704-45A4-A0F6-A3C7DB84C08F}" presName="sibTransComposite" presStyleCnt="0"/>
      <dgm:spPr/>
    </dgm:pt>
    <dgm:pt modelId="{CAEE2DF3-A307-4458-9B12-E9C0FB949EFE}" type="pres">
      <dgm:prSet presAssocID="{129C46F1-2964-444B-9521-E59F77B3271C}" presName="compositeNode" presStyleCnt="0"/>
      <dgm:spPr/>
    </dgm:pt>
    <dgm:pt modelId="{21D7E6FF-D833-4979-84A2-EBDE5784F8BE}" type="pres">
      <dgm:prSet presAssocID="{129C46F1-2964-444B-9521-E59F77B3271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05B5429-2FA6-46A9-91D8-6F7B63EA6284}" type="pres">
      <dgm:prSet presAssocID="{129C46F1-2964-444B-9521-E59F77B3271C}" presName="parSh" presStyleCnt="0"/>
      <dgm:spPr/>
    </dgm:pt>
    <dgm:pt modelId="{5551805F-BE9D-4847-830C-84EC09FDF717}" type="pres">
      <dgm:prSet presAssocID="{129C46F1-2964-444B-9521-E59F77B3271C}" presName="lineNode" presStyleLbl="alignAccFollowNode1" presStyleIdx="12" presStyleCnt="18"/>
      <dgm:spPr/>
    </dgm:pt>
    <dgm:pt modelId="{D80083AE-C111-4821-AD19-66BAE1DF15AF}" type="pres">
      <dgm:prSet presAssocID="{129C46F1-2964-444B-9521-E59F77B3271C}" presName="lineArrowNode" presStyleLbl="alignAccFollowNode1" presStyleIdx="13" presStyleCnt="18"/>
      <dgm:spPr/>
    </dgm:pt>
    <dgm:pt modelId="{64C0BA80-C88A-4BAA-9C97-8A51A7AC4B73}" type="pres">
      <dgm:prSet presAssocID="{3EF9CEEE-38BB-4C2F-AD3C-5090DEE316C0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9FA3A06-4526-4F4C-BB2A-B87A2116AF83}" type="pres">
      <dgm:prSet presAssocID="{3EF9CEEE-38BB-4C2F-AD3C-5090DEE316C0}" presName="spacerBetweenCircleAndCallout" presStyleCnt="0">
        <dgm:presLayoutVars/>
      </dgm:prSet>
      <dgm:spPr/>
    </dgm:pt>
    <dgm:pt modelId="{CCA8187B-C56D-4D59-AF5C-85DADBBCA022}" type="pres">
      <dgm:prSet presAssocID="{129C46F1-2964-444B-9521-E59F77B3271C}" presName="nodeText" presStyleLbl="alignAccFollowNode1" presStyleIdx="14" presStyleCnt="18">
        <dgm:presLayoutVars>
          <dgm:bulletEnabled val="1"/>
        </dgm:presLayoutVars>
      </dgm:prSet>
      <dgm:spPr/>
    </dgm:pt>
    <dgm:pt modelId="{70953B7F-E75B-4C9A-9D79-13EF16EBA1E6}" type="pres">
      <dgm:prSet presAssocID="{3EF9CEEE-38BB-4C2F-AD3C-5090DEE316C0}" presName="sibTransComposite" presStyleCnt="0"/>
      <dgm:spPr/>
    </dgm:pt>
    <dgm:pt modelId="{7E03DB60-802E-4E99-812A-F8B81914C576}" type="pres">
      <dgm:prSet presAssocID="{6730C48E-878E-4CA5-8958-EB6F7610AC7F}" presName="compositeNode" presStyleCnt="0"/>
      <dgm:spPr/>
    </dgm:pt>
    <dgm:pt modelId="{50220009-4A43-4E02-B7B0-FE992C2D8813}" type="pres">
      <dgm:prSet presAssocID="{6730C48E-878E-4CA5-8958-EB6F7610AC7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CAF6BF4-DB50-4CD1-889C-29370CCCFC04}" type="pres">
      <dgm:prSet presAssocID="{6730C48E-878E-4CA5-8958-EB6F7610AC7F}" presName="parSh" presStyleCnt="0"/>
      <dgm:spPr/>
    </dgm:pt>
    <dgm:pt modelId="{E9E443A8-B84C-4352-ACC0-4D229152D660}" type="pres">
      <dgm:prSet presAssocID="{6730C48E-878E-4CA5-8958-EB6F7610AC7F}" presName="lineNode" presStyleLbl="alignAccFollowNode1" presStyleIdx="15" presStyleCnt="18"/>
      <dgm:spPr/>
    </dgm:pt>
    <dgm:pt modelId="{356CBFCA-CA7A-449C-B55D-D8C28DEF15B2}" type="pres">
      <dgm:prSet presAssocID="{6730C48E-878E-4CA5-8958-EB6F7610AC7F}" presName="lineArrowNode" presStyleLbl="alignAccFollowNode1" presStyleIdx="16" presStyleCnt="18"/>
      <dgm:spPr/>
    </dgm:pt>
    <dgm:pt modelId="{F9A2457F-AFFD-43E4-96D8-BDD3B6D090EE}" type="pres">
      <dgm:prSet presAssocID="{BCDC5C50-B9AC-427A-A2B8-DFD71373F489}" presName="sibTransNodeCircle" presStyleLbl="alignNode1" presStyleIdx="5" presStyleCnt="6">
        <dgm:presLayoutVars>
          <dgm:chMax val="0"/>
          <dgm:bulletEnabled/>
        </dgm:presLayoutVars>
      </dgm:prSet>
      <dgm:spPr/>
    </dgm:pt>
    <dgm:pt modelId="{536016F9-43CA-4189-91B3-FAE1817FDF40}" type="pres">
      <dgm:prSet presAssocID="{BCDC5C50-B9AC-427A-A2B8-DFD71373F489}" presName="spacerBetweenCircleAndCallout" presStyleCnt="0">
        <dgm:presLayoutVars/>
      </dgm:prSet>
      <dgm:spPr/>
    </dgm:pt>
    <dgm:pt modelId="{2A6ECE9E-C59F-4E28-B3EA-5C1DFF4BA882}" type="pres">
      <dgm:prSet presAssocID="{6730C48E-878E-4CA5-8958-EB6F7610AC7F}" presName="nodeText" presStyleLbl="alignAccFollowNode1" presStyleIdx="17" presStyleCnt="18">
        <dgm:presLayoutVars>
          <dgm:bulletEnabled val="1"/>
        </dgm:presLayoutVars>
      </dgm:prSet>
      <dgm:spPr/>
    </dgm:pt>
  </dgm:ptLst>
  <dgm:cxnLst>
    <dgm:cxn modelId="{EAE8C204-EC68-4D0A-911A-DC78EA6150E1}" type="presOf" srcId="{BCDC5C50-B9AC-427A-A2B8-DFD71373F489}" destId="{F9A2457F-AFFD-43E4-96D8-BDD3B6D090EE}" srcOrd="0" destOrd="0" presId="urn:microsoft.com/office/officeart/2016/7/layout/LinearArrowProcessNumbered"/>
    <dgm:cxn modelId="{1AC05024-9324-457B-AE50-53802AAD743F}" type="presOf" srcId="{AE15A955-9704-45A4-A0F6-A3C7DB84C08F}" destId="{712A0FC9-6CDD-4F9D-A56A-70F83D11411B}" srcOrd="0" destOrd="0" presId="urn:microsoft.com/office/officeart/2016/7/layout/LinearArrowProcessNumbered"/>
    <dgm:cxn modelId="{48147A26-C45B-4994-AA68-6C2471599794}" type="presOf" srcId="{FEF5582A-B89B-4F0A-9A77-503C859E9D3B}" destId="{4A95D29A-23DA-4526-9630-889B7B4E596F}" srcOrd="0" destOrd="0" presId="urn:microsoft.com/office/officeart/2016/7/layout/LinearArrowProcessNumbered"/>
    <dgm:cxn modelId="{A42EB62F-1B9E-467A-8F9E-D99320031B1F}" srcId="{E76B2B82-2701-49E2-B87D-59E7020D786B}" destId="{85FA66F6-0ECF-4C00-8316-09396250B26F}" srcOrd="0" destOrd="0" parTransId="{11EC927F-4E58-408D-9635-2DA5423C95F1}" sibTransId="{4AE044D5-AAB8-431D-8280-7DDDEF6CB4F1}"/>
    <dgm:cxn modelId="{8D9BEE31-2229-404C-B3AE-6AA8A669082B}" srcId="{E76B2B82-2701-49E2-B87D-59E7020D786B}" destId="{C129D98E-FBA8-4E06-9FA3-52D3E155F91B}" srcOrd="2" destOrd="0" parTransId="{7DCBA1FE-B920-441F-B0A2-64711D87A57C}" sibTransId="{7FC433E5-3ACA-46C7-AB2D-4123BA2D7D35}"/>
    <dgm:cxn modelId="{54919E33-6A03-465B-93AF-B5EDA9ED3EA8}" type="presOf" srcId="{85FA66F6-0ECF-4C00-8316-09396250B26F}" destId="{F37B602B-14D6-4C77-9970-9312C12F08AC}" srcOrd="0" destOrd="0" presId="urn:microsoft.com/office/officeart/2016/7/layout/LinearArrowProcessNumbered"/>
    <dgm:cxn modelId="{78E89260-A069-4F7F-AD9D-8FF441E16BDD}" type="presOf" srcId="{129C46F1-2964-444B-9521-E59F77B3271C}" destId="{CCA8187B-C56D-4D59-AF5C-85DADBBCA022}" srcOrd="0" destOrd="0" presId="urn:microsoft.com/office/officeart/2016/7/layout/LinearArrowProcessNumbered"/>
    <dgm:cxn modelId="{AD6C764A-B908-4613-A4BB-03BC07CEF50D}" type="presOf" srcId="{7FC433E5-3ACA-46C7-AB2D-4123BA2D7D35}" destId="{11DAFAA7-73E6-45EB-8C83-A1CEF5D0C0DA}" srcOrd="0" destOrd="0" presId="urn:microsoft.com/office/officeart/2016/7/layout/LinearArrowProcessNumbered"/>
    <dgm:cxn modelId="{97B2B66A-D348-4383-B05A-787709CD8B52}" srcId="{E76B2B82-2701-49E2-B87D-59E7020D786B}" destId="{129C46F1-2964-444B-9521-E59F77B3271C}" srcOrd="4" destOrd="0" parTransId="{F9264991-0F86-4D58-89BE-80B39B30288D}" sibTransId="{3EF9CEEE-38BB-4C2F-AD3C-5090DEE316C0}"/>
    <dgm:cxn modelId="{44B7AD4E-4072-469B-93DC-C86BCC17229F}" type="presOf" srcId="{4AE044D5-AAB8-431D-8280-7DDDEF6CB4F1}" destId="{6DC1ABBB-0683-4B8D-BB50-985CA0BC471D}" srcOrd="0" destOrd="0" presId="urn:microsoft.com/office/officeart/2016/7/layout/LinearArrowProcessNumbered"/>
    <dgm:cxn modelId="{3E524879-0844-4C3A-815E-E502B69A06E5}" srcId="{E76B2B82-2701-49E2-B87D-59E7020D786B}" destId="{F84B8B68-355C-49D8-8BCE-B8C333F3DE35}" srcOrd="3" destOrd="0" parTransId="{E5EFDFFB-4788-4611-B5BF-F54D30862D47}" sibTransId="{AE15A955-9704-45A4-A0F6-A3C7DB84C08F}"/>
    <dgm:cxn modelId="{EA8C8883-A04A-4D36-B3AF-12FCAC65B6A7}" type="presOf" srcId="{C129D98E-FBA8-4E06-9FA3-52D3E155F91B}" destId="{AB52F55E-DEF9-4365-9A74-3494E099A57C}" srcOrd="0" destOrd="0" presId="urn:microsoft.com/office/officeart/2016/7/layout/LinearArrowProcessNumbered"/>
    <dgm:cxn modelId="{65840C95-168A-401C-B6EA-4D6395E2E15A}" type="presOf" srcId="{E76B2B82-2701-49E2-B87D-59E7020D786B}" destId="{CBBA00E2-2A8B-4A58-A4AA-2B131FA71184}" srcOrd="0" destOrd="0" presId="urn:microsoft.com/office/officeart/2016/7/layout/LinearArrowProcessNumbered"/>
    <dgm:cxn modelId="{95524F95-55A4-44AA-AB47-AE46FDB0D673}" type="presOf" srcId="{3EF9CEEE-38BB-4C2F-AD3C-5090DEE316C0}" destId="{64C0BA80-C88A-4BAA-9C97-8A51A7AC4B73}" srcOrd="0" destOrd="0" presId="urn:microsoft.com/office/officeart/2016/7/layout/LinearArrowProcessNumbered"/>
    <dgm:cxn modelId="{52352A97-A0B5-4B95-A011-D5DBE9F43BA7}" type="presOf" srcId="{6730C48E-878E-4CA5-8958-EB6F7610AC7F}" destId="{2A6ECE9E-C59F-4E28-B3EA-5C1DFF4BA882}" srcOrd="0" destOrd="0" presId="urn:microsoft.com/office/officeart/2016/7/layout/LinearArrowProcessNumbered"/>
    <dgm:cxn modelId="{A10F1CAD-68C6-4922-8973-35A88D4F9D48}" type="presOf" srcId="{D25E4860-CDC9-4BCE-A056-6B9D19E8617D}" destId="{DECEA421-557B-4289-A094-E5B1C8CE6F80}" srcOrd="0" destOrd="0" presId="urn:microsoft.com/office/officeart/2016/7/layout/LinearArrowProcessNumbered"/>
    <dgm:cxn modelId="{C0BC47AE-8F08-4097-9F5A-18BDCC8C41F7}" srcId="{E76B2B82-2701-49E2-B87D-59E7020D786B}" destId="{6730C48E-878E-4CA5-8958-EB6F7610AC7F}" srcOrd="5" destOrd="0" parTransId="{93D5AF30-7580-46C8-9C89-FEC367B38E80}" sibTransId="{BCDC5C50-B9AC-427A-A2B8-DFD71373F489}"/>
    <dgm:cxn modelId="{E0EC60B9-C3F9-47CA-AB58-B63371EAE3EA}" type="presOf" srcId="{F84B8B68-355C-49D8-8BCE-B8C333F3DE35}" destId="{DD928B5F-DBE2-4B9D-BF9B-C5DB5FF70AD3}" srcOrd="0" destOrd="0" presId="urn:microsoft.com/office/officeart/2016/7/layout/LinearArrowProcessNumbered"/>
    <dgm:cxn modelId="{D3B0B6E9-4B56-46C5-8456-54DC2FF78FEB}" srcId="{E76B2B82-2701-49E2-B87D-59E7020D786B}" destId="{D25E4860-CDC9-4BCE-A056-6B9D19E8617D}" srcOrd="1" destOrd="0" parTransId="{30FA288D-6EFD-473F-9026-EEBC067FACD6}" sibTransId="{FEF5582A-B89B-4F0A-9A77-503C859E9D3B}"/>
    <dgm:cxn modelId="{FFCFD9B6-B459-410F-A7BE-0EA81FFADD11}" type="presParOf" srcId="{CBBA00E2-2A8B-4A58-A4AA-2B131FA71184}" destId="{DE3F9787-7A03-4599-9D73-D61E3908AEDB}" srcOrd="0" destOrd="0" presId="urn:microsoft.com/office/officeart/2016/7/layout/LinearArrowProcessNumbered"/>
    <dgm:cxn modelId="{4AF4E33E-BD4D-403A-AA53-E225F64BCCE8}" type="presParOf" srcId="{DE3F9787-7A03-4599-9D73-D61E3908AEDB}" destId="{9436667A-33D1-47FF-B68E-4F3567F766FC}" srcOrd="0" destOrd="0" presId="urn:microsoft.com/office/officeart/2016/7/layout/LinearArrowProcessNumbered"/>
    <dgm:cxn modelId="{43B93E98-7EBF-451C-AD2C-D7E39229115E}" type="presParOf" srcId="{DE3F9787-7A03-4599-9D73-D61E3908AEDB}" destId="{1B37BCAC-AF5F-43D7-9BD4-B4C5C8111F9E}" srcOrd="1" destOrd="0" presId="urn:microsoft.com/office/officeart/2016/7/layout/LinearArrowProcessNumbered"/>
    <dgm:cxn modelId="{702394DF-763B-4338-A3FA-8AE1506BACF5}" type="presParOf" srcId="{1B37BCAC-AF5F-43D7-9BD4-B4C5C8111F9E}" destId="{C751C209-A0D3-439D-8968-BFB2234E8B2D}" srcOrd="0" destOrd="0" presId="urn:microsoft.com/office/officeart/2016/7/layout/LinearArrowProcessNumbered"/>
    <dgm:cxn modelId="{0313F912-3DAA-4E25-B92D-478A3A098F4F}" type="presParOf" srcId="{1B37BCAC-AF5F-43D7-9BD4-B4C5C8111F9E}" destId="{4B0AF7AE-CCA6-49D6-8E46-29FCE1AD06ED}" srcOrd="1" destOrd="0" presId="urn:microsoft.com/office/officeart/2016/7/layout/LinearArrowProcessNumbered"/>
    <dgm:cxn modelId="{F71BE25A-CE49-4BC8-BCEF-AD19FAF64EFF}" type="presParOf" srcId="{1B37BCAC-AF5F-43D7-9BD4-B4C5C8111F9E}" destId="{6DC1ABBB-0683-4B8D-BB50-985CA0BC471D}" srcOrd="2" destOrd="0" presId="urn:microsoft.com/office/officeart/2016/7/layout/LinearArrowProcessNumbered"/>
    <dgm:cxn modelId="{9E4F028D-9D75-40A1-A776-B196C5B68FD2}" type="presParOf" srcId="{1B37BCAC-AF5F-43D7-9BD4-B4C5C8111F9E}" destId="{DF2A712C-A6E3-4C06-B84B-24E9018A43AD}" srcOrd="3" destOrd="0" presId="urn:microsoft.com/office/officeart/2016/7/layout/LinearArrowProcessNumbered"/>
    <dgm:cxn modelId="{7250300D-2D4C-4D9F-B341-973A7D7273A0}" type="presParOf" srcId="{DE3F9787-7A03-4599-9D73-D61E3908AEDB}" destId="{F37B602B-14D6-4C77-9970-9312C12F08AC}" srcOrd="2" destOrd="0" presId="urn:microsoft.com/office/officeart/2016/7/layout/LinearArrowProcessNumbered"/>
    <dgm:cxn modelId="{327A18EE-9C94-4014-843A-6D4C1081CFAF}" type="presParOf" srcId="{CBBA00E2-2A8B-4A58-A4AA-2B131FA71184}" destId="{0C8BD473-A887-4438-98D6-1AFE323F2203}" srcOrd="1" destOrd="0" presId="urn:microsoft.com/office/officeart/2016/7/layout/LinearArrowProcessNumbered"/>
    <dgm:cxn modelId="{FC79BE95-9632-4492-9CA7-DE8C48770950}" type="presParOf" srcId="{CBBA00E2-2A8B-4A58-A4AA-2B131FA71184}" destId="{F74017C7-0CAE-49D9-9DC4-59C92080B37B}" srcOrd="2" destOrd="0" presId="urn:microsoft.com/office/officeart/2016/7/layout/LinearArrowProcessNumbered"/>
    <dgm:cxn modelId="{AB68284D-6962-4DA0-86B9-6DE565F620A8}" type="presParOf" srcId="{F74017C7-0CAE-49D9-9DC4-59C92080B37B}" destId="{E1B6B714-BE07-416A-A690-3E9EB9717677}" srcOrd="0" destOrd="0" presId="urn:microsoft.com/office/officeart/2016/7/layout/LinearArrowProcessNumbered"/>
    <dgm:cxn modelId="{9FBD27D0-C563-4FBA-BD69-F54FB570357F}" type="presParOf" srcId="{F74017C7-0CAE-49D9-9DC4-59C92080B37B}" destId="{35E1A4EE-7EF3-4DFB-BF5B-9DA86AB0ABE4}" srcOrd="1" destOrd="0" presId="urn:microsoft.com/office/officeart/2016/7/layout/LinearArrowProcessNumbered"/>
    <dgm:cxn modelId="{3490C2EB-055F-4696-AEA4-EF6BBD8D8648}" type="presParOf" srcId="{35E1A4EE-7EF3-4DFB-BF5B-9DA86AB0ABE4}" destId="{AEE00025-A740-4D47-BBCD-B9174E209717}" srcOrd="0" destOrd="0" presId="urn:microsoft.com/office/officeart/2016/7/layout/LinearArrowProcessNumbered"/>
    <dgm:cxn modelId="{8FDE15D3-0112-4B53-9CAC-416BEA8206B3}" type="presParOf" srcId="{35E1A4EE-7EF3-4DFB-BF5B-9DA86AB0ABE4}" destId="{2DE19AFA-1D69-4201-A878-90180F21D5D2}" srcOrd="1" destOrd="0" presId="urn:microsoft.com/office/officeart/2016/7/layout/LinearArrowProcessNumbered"/>
    <dgm:cxn modelId="{6DC50F88-124A-4329-8103-9214E3E307D8}" type="presParOf" srcId="{35E1A4EE-7EF3-4DFB-BF5B-9DA86AB0ABE4}" destId="{4A95D29A-23DA-4526-9630-889B7B4E596F}" srcOrd="2" destOrd="0" presId="urn:microsoft.com/office/officeart/2016/7/layout/LinearArrowProcessNumbered"/>
    <dgm:cxn modelId="{B1AE8BA2-4409-4606-909A-94D302172FCE}" type="presParOf" srcId="{35E1A4EE-7EF3-4DFB-BF5B-9DA86AB0ABE4}" destId="{1F15040C-9291-483D-BE4B-DB09859511CC}" srcOrd="3" destOrd="0" presId="urn:microsoft.com/office/officeart/2016/7/layout/LinearArrowProcessNumbered"/>
    <dgm:cxn modelId="{5DF8FFA8-C64A-4EFF-8558-56E1B26E3791}" type="presParOf" srcId="{F74017C7-0CAE-49D9-9DC4-59C92080B37B}" destId="{DECEA421-557B-4289-A094-E5B1C8CE6F80}" srcOrd="2" destOrd="0" presId="urn:microsoft.com/office/officeart/2016/7/layout/LinearArrowProcessNumbered"/>
    <dgm:cxn modelId="{CD86E018-2D01-4089-835A-21B58D4D6E25}" type="presParOf" srcId="{CBBA00E2-2A8B-4A58-A4AA-2B131FA71184}" destId="{1AB21E63-3B4E-461B-BAA3-2A0779C737D3}" srcOrd="3" destOrd="0" presId="urn:microsoft.com/office/officeart/2016/7/layout/LinearArrowProcessNumbered"/>
    <dgm:cxn modelId="{28A864CF-05F1-4663-B661-F62AC83D2717}" type="presParOf" srcId="{CBBA00E2-2A8B-4A58-A4AA-2B131FA71184}" destId="{3C92B4BE-9D98-4F02-8DA5-29A0FFEDF106}" srcOrd="4" destOrd="0" presId="urn:microsoft.com/office/officeart/2016/7/layout/LinearArrowProcessNumbered"/>
    <dgm:cxn modelId="{3037F538-FEF2-4823-9168-6B088FA4BAE7}" type="presParOf" srcId="{3C92B4BE-9D98-4F02-8DA5-29A0FFEDF106}" destId="{333F68F7-BBE0-4DD2-A7B0-52C4DF1FC7BA}" srcOrd="0" destOrd="0" presId="urn:microsoft.com/office/officeart/2016/7/layout/LinearArrowProcessNumbered"/>
    <dgm:cxn modelId="{1279AB42-2A67-4C64-B4C0-6D7DC18E80D7}" type="presParOf" srcId="{3C92B4BE-9D98-4F02-8DA5-29A0FFEDF106}" destId="{211FF299-323B-48A8-8886-CC0F96EB73BE}" srcOrd="1" destOrd="0" presId="urn:microsoft.com/office/officeart/2016/7/layout/LinearArrowProcessNumbered"/>
    <dgm:cxn modelId="{6EFE23E5-3F35-42A3-AE30-D98E0E45B635}" type="presParOf" srcId="{211FF299-323B-48A8-8886-CC0F96EB73BE}" destId="{A191A919-F7E7-4FA4-8646-072D5BD6E63E}" srcOrd="0" destOrd="0" presId="urn:microsoft.com/office/officeart/2016/7/layout/LinearArrowProcessNumbered"/>
    <dgm:cxn modelId="{5A8A3EFC-C23A-4AFC-BC32-6D135911CA92}" type="presParOf" srcId="{211FF299-323B-48A8-8886-CC0F96EB73BE}" destId="{1D945AFD-27ED-4E38-88C2-3973A54F3338}" srcOrd="1" destOrd="0" presId="urn:microsoft.com/office/officeart/2016/7/layout/LinearArrowProcessNumbered"/>
    <dgm:cxn modelId="{5160A9A4-B08D-4444-A9BD-F133AAC45C53}" type="presParOf" srcId="{211FF299-323B-48A8-8886-CC0F96EB73BE}" destId="{11DAFAA7-73E6-45EB-8C83-A1CEF5D0C0DA}" srcOrd="2" destOrd="0" presId="urn:microsoft.com/office/officeart/2016/7/layout/LinearArrowProcessNumbered"/>
    <dgm:cxn modelId="{294FDFCA-697B-4F8B-9353-E2A5E1FCABA6}" type="presParOf" srcId="{211FF299-323B-48A8-8886-CC0F96EB73BE}" destId="{EB697397-9CE4-4589-B2C7-619C220F7069}" srcOrd="3" destOrd="0" presId="urn:microsoft.com/office/officeart/2016/7/layout/LinearArrowProcessNumbered"/>
    <dgm:cxn modelId="{C6DBE605-5526-40B5-8A7C-475AEBD8A183}" type="presParOf" srcId="{3C92B4BE-9D98-4F02-8DA5-29A0FFEDF106}" destId="{AB52F55E-DEF9-4365-9A74-3494E099A57C}" srcOrd="2" destOrd="0" presId="urn:microsoft.com/office/officeart/2016/7/layout/LinearArrowProcessNumbered"/>
    <dgm:cxn modelId="{5E936DC4-6F36-4D17-8DE6-B6F7D95F4BCD}" type="presParOf" srcId="{CBBA00E2-2A8B-4A58-A4AA-2B131FA71184}" destId="{839F901E-93FA-4088-84CC-59E41F75CFAD}" srcOrd="5" destOrd="0" presId="urn:microsoft.com/office/officeart/2016/7/layout/LinearArrowProcessNumbered"/>
    <dgm:cxn modelId="{6F957330-3E18-458F-B024-D999331B0D6A}" type="presParOf" srcId="{CBBA00E2-2A8B-4A58-A4AA-2B131FA71184}" destId="{39B68FC8-9E39-4F11-9844-EEF8FEC2BFE9}" srcOrd="6" destOrd="0" presId="urn:microsoft.com/office/officeart/2016/7/layout/LinearArrowProcessNumbered"/>
    <dgm:cxn modelId="{AF83E551-98EE-4160-80A8-9FE8F689F094}" type="presParOf" srcId="{39B68FC8-9E39-4F11-9844-EEF8FEC2BFE9}" destId="{DF5E330E-D9DB-4222-A820-32F681F0B444}" srcOrd="0" destOrd="0" presId="urn:microsoft.com/office/officeart/2016/7/layout/LinearArrowProcessNumbered"/>
    <dgm:cxn modelId="{56ABCFFC-0706-4ACE-A4C4-A6D9F7126681}" type="presParOf" srcId="{39B68FC8-9E39-4F11-9844-EEF8FEC2BFE9}" destId="{533A47A9-7E3A-4D40-B181-8FC510B6E8A3}" srcOrd="1" destOrd="0" presId="urn:microsoft.com/office/officeart/2016/7/layout/LinearArrowProcessNumbered"/>
    <dgm:cxn modelId="{51361DAC-1678-4296-B155-004AE1A30B17}" type="presParOf" srcId="{533A47A9-7E3A-4D40-B181-8FC510B6E8A3}" destId="{B0FE7C09-3B0B-44AC-8C7E-F234EAE6D0D7}" srcOrd="0" destOrd="0" presId="urn:microsoft.com/office/officeart/2016/7/layout/LinearArrowProcessNumbered"/>
    <dgm:cxn modelId="{C87AAA11-7963-464B-AB73-2746EA05385D}" type="presParOf" srcId="{533A47A9-7E3A-4D40-B181-8FC510B6E8A3}" destId="{F634C9DE-4B0D-4FAD-986E-ADFE649B3F48}" srcOrd="1" destOrd="0" presId="urn:microsoft.com/office/officeart/2016/7/layout/LinearArrowProcessNumbered"/>
    <dgm:cxn modelId="{D6DFC278-0F95-4618-BF3B-21491BCB78DC}" type="presParOf" srcId="{533A47A9-7E3A-4D40-B181-8FC510B6E8A3}" destId="{712A0FC9-6CDD-4F9D-A56A-70F83D11411B}" srcOrd="2" destOrd="0" presId="urn:microsoft.com/office/officeart/2016/7/layout/LinearArrowProcessNumbered"/>
    <dgm:cxn modelId="{C85C6BD2-587F-48C5-8034-F9A7B26AB17A}" type="presParOf" srcId="{533A47A9-7E3A-4D40-B181-8FC510B6E8A3}" destId="{3BDC9883-57A3-4BB5-8398-78D0647AE779}" srcOrd="3" destOrd="0" presId="urn:microsoft.com/office/officeart/2016/7/layout/LinearArrowProcessNumbered"/>
    <dgm:cxn modelId="{01A0DF71-28A0-4C93-A05A-13F922DF230E}" type="presParOf" srcId="{39B68FC8-9E39-4F11-9844-EEF8FEC2BFE9}" destId="{DD928B5F-DBE2-4B9D-BF9B-C5DB5FF70AD3}" srcOrd="2" destOrd="0" presId="urn:microsoft.com/office/officeart/2016/7/layout/LinearArrowProcessNumbered"/>
    <dgm:cxn modelId="{53D466BB-52C1-48CD-950C-0FC05F30BA91}" type="presParOf" srcId="{CBBA00E2-2A8B-4A58-A4AA-2B131FA71184}" destId="{5EFE8253-047C-4E73-876D-4BDD54A7DA24}" srcOrd="7" destOrd="0" presId="urn:microsoft.com/office/officeart/2016/7/layout/LinearArrowProcessNumbered"/>
    <dgm:cxn modelId="{CE277388-83BA-4215-95EB-90C398D4F0F3}" type="presParOf" srcId="{CBBA00E2-2A8B-4A58-A4AA-2B131FA71184}" destId="{CAEE2DF3-A307-4458-9B12-E9C0FB949EFE}" srcOrd="8" destOrd="0" presId="urn:microsoft.com/office/officeart/2016/7/layout/LinearArrowProcessNumbered"/>
    <dgm:cxn modelId="{930C59BF-34C0-4EFF-96D8-19ECF0FBC3BD}" type="presParOf" srcId="{CAEE2DF3-A307-4458-9B12-E9C0FB949EFE}" destId="{21D7E6FF-D833-4979-84A2-EBDE5784F8BE}" srcOrd="0" destOrd="0" presId="urn:microsoft.com/office/officeart/2016/7/layout/LinearArrowProcessNumbered"/>
    <dgm:cxn modelId="{F113465C-71C2-4E2C-90C7-89AF6717C6AF}" type="presParOf" srcId="{CAEE2DF3-A307-4458-9B12-E9C0FB949EFE}" destId="{A05B5429-2FA6-46A9-91D8-6F7B63EA6284}" srcOrd="1" destOrd="0" presId="urn:microsoft.com/office/officeart/2016/7/layout/LinearArrowProcessNumbered"/>
    <dgm:cxn modelId="{7B6B77ED-5A5F-4EB7-81E7-6C0F3D03407E}" type="presParOf" srcId="{A05B5429-2FA6-46A9-91D8-6F7B63EA6284}" destId="{5551805F-BE9D-4847-830C-84EC09FDF717}" srcOrd="0" destOrd="0" presId="urn:microsoft.com/office/officeart/2016/7/layout/LinearArrowProcessNumbered"/>
    <dgm:cxn modelId="{F1415CE5-652C-4845-9A02-21E45DAABCBD}" type="presParOf" srcId="{A05B5429-2FA6-46A9-91D8-6F7B63EA6284}" destId="{D80083AE-C111-4821-AD19-66BAE1DF15AF}" srcOrd="1" destOrd="0" presId="urn:microsoft.com/office/officeart/2016/7/layout/LinearArrowProcessNumbered"/>
    <dgm:cxn modelId="{BA79E222-0464-4721-A0B0-2B072591EF95}" type="presParOf" srcId="{A05B5429-2FA6-46A9-91D8-6F7B63EA6284}" destId="{64C0BA80-C88A-4BAA-9C97-8A51A7AC4B73}" srcOrd="2" destOrd="0" presId="urn:microsoft.com/office/officeart/2016/7/layout/LinearArrowProcessNumbered"/>
    <dgm:cxn modelId="{FFEFC743-8348-4434-8A54-696FE3A161E4}" type="presParOf" srcId="{A05B5429-2FA6-46A9-91D8-6F7B63EA6284}" destId="{69FA3A06-4526-4F4C-BB2A-B87A2116AF83}" srcOrd="3" destOrd="0" presId="urn:microsoft.com/office/officeart/2016/7/layout/LinearArrowProcessNumbered"/>
    <dgm:cxn modelId="{689B5624-74AB-413B-85D2-848923144ADD}" type="presParOf" srcId="{CAEE2DF3-A307-4458-9B12-E9C0FB949EFE}" destId="{CCA8187B-C56D-4D59-AF5C-85DADBBCA022}" srcOrd="2" destOrd="0" presId="urn:microsoft.com/office/officeart/2016/7/layout/LinearArrowProcessNumbered"/>
    <dgm:cxn modelId="{A241868C-2CC8-4B8C-9794-617BFFA0A1F5}" type="presParOf" srcId="{CBBA00E2-2A8B-4A58-A4AA-2B131FA71184}" destId="{70953B7F-E75B-4C9A-9D79-13EF16EBA1E6}" srcOrd="9" destOrd="0" presId="urn:microsoft.com/office/officeart/2016/7/layout/LinearArrowProcessNumbered"/>
    <dgm:cxn modelId="{27EE6DA8-60BA-497C-BF34-15818F4009EE}" type="presParOf" srcId="{CBBA00E2-2A8B-4A58-A4AA-2B131FA71184}" destId="{7E03DB60-802E-4E99-812A-F8B81914C576}" srcOrd="10" destOrd="0" presId="urn:microsoft.com/office/officeart/2016/7/layout/LinearArrowProcessNumbered"/>
    <dgm:cxn modelId="{71562341-2512-404A-AAB2-FA111D0A2C5C}" type="presParOf" srcId="{7E03DB60-802E-4E99-812A-F8B81914C576}" destId="{50220009-4A43-4E02-B7B0-FE992C2D8813}" srcOrd="0" destOrd="0" presId="urn:microsoft.com/office/officeart/2016/7/layout/LinearArrowProcessNumbered"/>
    <dgm:cxn modelId="{F34BB42D-39E9-4C45-B581-ADA74620E397}" type="presParOf" srcId="{7E03DB60-802E-4E99-812A-F8B81914C576}" destId="{9CAF6BF4-DB50-4CD1-889C-29370CCCFC04}" srcOrd="1" destOrd="0" presId="urn:microsoft.com/office/officeart/2016/7/layout/LinearArrowProcessNumbered"/>
    <dgm:cxn modelId="{880BC30D-E4FC-452F-8A5D-31D393478A4E}" type="presParOf" srcId="{9CAF6BF4-DB50-4CD1-889C-29370CCCFC04}" destId="{E9E443A8-B84C-4352-ACC0-4D229152D660}" srcOrd="0" destOrd="0" presId="urn:microsoft.com/office/officeart/2016/7/layout/LinearArrowProcessNumbered"/>
    <dgm:cxn modelId="{1462C481-5474-41AB-94B7-041F5921052C}" type="presParOf" srcId="{9CAF6BF4-DB50-4CD1-889C-29370CCCFC04}" destId="{356CBFCA-CA7A-449C-B55D-D8C28DEF15B2}" srcOrd="1" destOrd="0" presId="urn:microsoft.com/office/officeart/2016/7/layout/LinearArrowProcessNumbered"/>
    <dgm:cxn modelId="{532C3662-E300-464C-9E94-F0910A7C67B9}" type="presParOf" srcId="{9CAF6BF4-DB50-4CD1-889C-29370CCCFC04}" destId="{F9A2457F-AFFD-43E4-96D8-BDD3B6D090EE}" srcOrd="2" destOrd="0" presId="urn:microsoft.com/office/officeart/2016/7/layout/LinearArrowProcessNumbered"/>
    <dgm:cxn modelId="{1B827DED-1BF4-46B9-8B82-E352AB81B27B}" type="presParOf" srcId="{9CAF6BF4-DB50-4CD1-889C-29370CCCFC04}" destId="{536016F9-43CA-4189-91B3-FAE1817FDF40}" srcOrd="3" destOrd="0" presId="urn:microsoft.com/office/officeart/2016/7/layout/LinearArrowProcessNumbered"/>
    <dgm:cxn modelId="{F6769C94-D47D-4F19-9757-E6C133B79AC4}" type="presParOf" srcId="{7E03DB60-802E-4E99-812A-F8B81914C576}" destId="{2A6ECE9E-C59F-4E28-B3EA-5C1DFF4BA882}" srcOrd="2" destOrd="0" presId="urn:microsoft.com/office/officeart/2016/7/layout/LinearArrowProcessNumbered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1C1491B-0CC1-4370-B2C4-C9F84CA2E24A}" type="doc">
      <dgm:prSet loTypeId="urn:microsoft.com/office/officeart/2005/8/layout/hierarchy3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D992F62E-B539-42EE-AE0E-317C0D671BB2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pPr>
            <a:defRPr b="1"/>
          </a:pPr>
          <a:r>
            <a:rPr lang="en-US" dirty="0"/>
            <a:t>Technical Growth &amp; Problem Solving</a:t>
          </a:r>
        </a:p>
      </dgm:t>
    </dgm:pt>
    <dgm:pt modelId="{F7844997-52DB-47ED-92D6-99E06D4B15EB}" type="parTrans" cxnId="{0CAE611B-0E0B-4119-BCAA-191693AC9F39}">
      <dgm:prSet/>
      <dgm:spPr/>
      <dgm:t>
        <a:bodyPr/>
        <a:lstStyle/>
        <a:p>
          <a:endParaRPr lang="en-US"/>
        </a:p>
      </dgm:t>
    </dgm:pt>
    <dgm:pt modelId="{381A1936-2BB6-4BE4-ADF1-F8D3CC187CA9}" type="sibTrans" cxnId="{0CAE611B-0E0B-4119-BCAA-191693AC9F39}">
      <dgm:prSet/>
      <dgm:spPr/>
      <dgm:t>
        <a:bodyPr/>
        <a:lstStyle/>
        <a:p>
          <a:endParaRPr lang="en-US"/>
        </a:p>
      </dgm:t>
    </dgm:pt>
    <dgm:pt modelId="{CFB8756E-F1F4-4D96-804E-A8B699B5917D}">
      <dgm:prSet/>
      <dgm:spPr/>
      <dgm:t>
        <a:bodyPr/>
        <a:lstStyle/>
        <a:p>
          <a:r>
            <a:rPr lang="en-US" dirty="0"/>
            <a:t>Agile approach, asynchronous data fetching, RESTful API and React Component integration </a:t>
          </a:r>
        </a:p>
      </dgm:t>
    </dgm:pt>
    <dgm:pt modelId="{2B18BE9F-713B-4091-AD28-976EF6985603}" type="parTrans" cxnId="{101D0719-3276-4275-B08F-6BE785E7423F}">
      <dgm:prSet/>
      <dgm:spPr/>
      <dgm:t>
        <a:bodyPr/>
        <a:lstStyle/>
        <a:p>
          <a:endParaRPr lang="en-US"/>
        </a:p>
      </dgm:t>
    </dgm:pt>
    <dgm:pt modelId="{400DC9D6-68B5-4E5A-A4E2-1D34B76730C5}" type="sibTrans" cxnId="{101D0719-3276-4275-B08F-6BE785E7423F}">
      <dgm:prSet/>
      <dgm:spPr/>
      <dgm:t>
        <a:bodyPr/>
        <a:lstStyle/>
        <a:p>
          <a:endParaRPr lang="en-US"/>
        </a:p>
      </dgm:t>
    </dgm:pt>
    <dgm:pt modelId="{12838719-9ABF-4C33-85C2-F6DCF21393E2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pPr>
            <a:defRPr b="1"/>
          </a:pPr>
          <a:r>
            <a:rPr lang="en-US" dirty="0"/>
            <a:t>Team Dynamics &amp; Collaboration</a:t>
          </a:r>
        </a:p>
      </dgm:t>
    </dgm:pt>
    <dgm:pt modelId="{EC738542-E871-42CE-B8CE-AF10A181D1F2}" type="parTrans" cxnId="{9BF79FB3-6969-4D1D-91F5-755911D2AE53}">
      <dgm:prSet/>
      <dgm:spPr/>
      <dgm:t>
        <a:bodyPr/>
        <a:lstStyle/>
        <a:p>
          <a:endParaRPr lang="en-US"/>
        </a:p>
      </dgm:t>
    </dgm:pt>
    <dgm:pt modelId="{7846C1D2-524A-4E6D-82D0-5A55E05254E3}" type="sibTrans" cxnId="{9BF79FB3-6969-4D1D-91F5-755911D2AE53}">
      <dgm:prSet/>
      <dgm:spPr/>
      <dgm:t>
        <a:bodyPr/>
        <a:lstStyle/>
        <a:p>
          <a:endParaRPr lang="en-US"/>
        </a:p>
      </dgm:t>
    </dgm:pt>
    <dgm:pt modelId="{57BE8E39-3D60-4423-AB24-B0E2E74E2C03}">
      <dgm:prSet/>
      <dgm:spPr/>
      <dgm:t>
        <a:bodyPr/>
        <a:lstStyle/>
        <a:p>
          <a:r>
            <a:rPr lang="en-US" dirty="0"/>
            <a:t>Work distribution and accommodation, after class group work, use of Discord</a:t>
          </a:r>
        </a:p>
      </dgm:t>
    </dgm:pt>
    <dgm:pt modelId="{1F6178E3-B378-424D-A736-49ED5D82E14A}" type="parTrans" cxnId="{19ECF561-502A-4BEF-A24B-EC6F0ECF28EE}">
      <dgm:prSet/>
      <dgm:spPr/>
      <dgm:t>
        <a:bodyPr/>
        <a:lstStyle/>
        <a:p>
          <a:endParaRPr lang="en-US"/>
        </a:p>
      </dgm:t>
    </dgm:pt>
    <dgm:pt modelId="{649E4860-77CB-4D6C-91F8-A7506AD341E5}" type="sibTrans" cxnId="{19ECF561-502A-4BEF-A24B-EC6F0ECF28EE}">
      <dgm:prSet/>
      <dgm:spPr/>
      <dgm:t>
        <a:bodyPr/>
        <a:lstStyle/>
        <a:p>
          <a:endParaRPr lang="en-US"/>
        </a:p>
      </dgm:t>
    </dgm:pt>
    <dgm:pt modelId="{7F0C63C6-7D60-467E-919B-BF75D64CE8A9}">
      <dgm:prSet/>
      <dgm:spPr>
        <a:solidFill>
          <a:schemeClr val="bg2">
            <a:lumMod val="25000"/>
          </a:schemeClr>
        </a:solidFill>
      </dgm:spPr>
      <dgm:t>
        <a:bodyPr/>
        <a:lstStyle/>
        <a:p>
          <a:pPr>
            <a:defRPr b="1"/>
          </a:pPr>
          <a:r>
            <a:rPr lang="en-US" dirty="0"/>
            <a:t>SDLC &amp; Project Management</a:t>
          </a:r>
        </a:p>
      </dgm:t>
    </dgm:pt>
    <dgm:pt modelId="{D4825E1E-F4D9-4202-9142-F6FA8680A25C}" type="parTrans" cxnId="{C1BC93E4-7256-4617-837E-0BC8706BCC5F}">
      <dgm:prSet/>
      <dgm:spPr/>
      <dgm:t>
        <a:bodyPr/>
        <a:lstStyle/>
        <a:p>
          <a:endParaRPr lang="en-US"/>
        </a:p>
      </dgm:t>
    </dgm:pt>
    <dgm:pt modelId="{6115AAB2-556B-4E11-98A4-04950FF89C18}" type="sibTrans" cxnId="{C1BC93E4-7256-4617-837E-0BC8706BCC5F}">
      <dgm:prSet/>
      <dgm:spPr/>
      <dgm:t>
        <a:bodyPr/>
        <a:lstStyle/>
        <a:p>
          <a:endParaRPr lang="en-US"/>
        </a:p>
      </dgm:t>
    </dgm:pt>
    <dgm:pt modelId="{5AAE4E64-FDB1-49CF-96B4-0F8AFF0B41CC}">
      <dgm:prSet/>
      <dgm:spPr/>
      <dgm:t>
        <a:bodyPr/>
        <a:lstStyle/>
        <a:p>
          <a:r>
            <a:rPr lang="en-US" dirty="0"/>
            <a:t>Scope management, version control - Git and GitHub, client - team communication</a:t>
          </a:r>
        </a:p>
      </dgm:t>
    </dgm:pt>
    <dgm:pt modelId="{FA3C6337-0A67-4BFF-A09B-1DF77B7B915F}" type="parTrans" cxnId="{6B40B8C9-DEA7-438D-8F87-CA658DBA55E7}">
      <dgm:prSet/>
      <dgm:spPr/>
      <dgm:t>
        <a:bodyPr/>
        <a:lstStyle/>
        <a:p>
          <a:endParaRPr lang="en-US"/>
        </a:p>
      </dgm:t>
    </dgm:pt>
    <dgm:pt modelId="{43BD06DD-69AE-406C-924B-653EB40C514B}" type="sibTrans" cxnId="{6B40B8C9-DEA7-438D-8F87-CA658DBA55E7}">
      <dgm:prSet/>
      <dgm:spPr/>
      <dgm:t>
        <a:bodyPr/>
        <a:lstStyle/>
        <a:p>
          <a:endParaRPr lang="en-US"/>
        </a:p>
      </dgm:t>
    </dgm:pt>
    <dgm:pt modelId="{B90700CB-C5AF-47E3-B796-897F881288B8}" type="pres">
      <dgm:prSet presAssocID="{C1C1491B-0CC1-4370-B2C4-C9F84CA2E24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F4E30CE-5F05-4DF0-B2CC-9D9C0DCF6040}" type="pres">
      <dgm:prSet presAssocID="{D992F62E-B539-42EE-AE0E-317C0D671BB2}" presName="root" presStyleCnt="0"/>
      <dgm:spPr/>
    </dgm:pt>
    <dgm:pt modelId="{307D6B5B-73D3-468E-A5E4-7D1551018337}" type="pres">
      <dgm:prSet presAssocID="{D992F62E-B539-42EE-AE0E-317C0D671BB2}" presName="rootComposite" presStyleCnt="0"/>
      <dgm:spPr/>
    </dgm:pt>
    <dgm:pt modelId="{32626479-5FEF-48F3-8A7C-6D6677EB3016}" type="pres">
      <dgm:prSet presAssocID="{D992F62E-B539-42EE-AE0E-317C0D671BB2}" presName="rootText" presStyleLbl="node1" presStyleIdx="0" presStyleCnt="3"/>
      <dgm:spPr/>
    </dgm:pt>
    <dgm:pt modelId="{A8695BB6-3213-4C47-BB55-C98E80A917EA}" type="pres">
      <dgm:prSet presAssocID="{D992F62E-B539-42EE-AE0E-317C0D671BB2}" presName="rootConnector" presStyleLbl="node1" presStyleIdx="0" presStyleCnt="3"/>
      <dgm:spPr/>
    </dgm:pt>
    <dgm:pt modelId="{6A08DCB6-8001-4F33-81ED-4806BDCE17EB}" type="pres">
      <dgm:prSet presAssocID="{D992F62E-B539-42EE-AE0E-317C0D671BB2}" presName="childShape" presStyleCnt="0"/>
      <dgm:spPr/>
    </dgm:pt>
    <dgm:pt modelId="{5EE33899-3BAF-4743-81F5-0F81246340DD}" type="pres">
      <dgm:prSet presAssocID="{2B18BE9F-713B-4091-AD28-976EF6985603}" presName="Name13" presStyleLbl="parChTrans1D2" presStyleIdx="0" presStyleCnt="3"/>
      <dgm:spPr/>
    </dgm:pt>
    <dgm:pt modelId="{EC1FA35A-6B92-4325-92EA-AFA20F44862E}" type="pres">
      <dgm:prSet presAssocID="{CFB8756E-F1F4-4D96-804E-A8B699B5917D}" presName="childText" presStyleLbl="bgAcc1" presStyleIdx="0" presStyleCnt="3">
        <dgm:presLayoutVars>
          <dgm:bulletEnabled val="1"/>
        </dgm:presLayoutVars>
      </dgm:prSet>
      <dgm:spPr/>
    </dgm:pt>
    <dgm:pt modelId="{FEC8F32A-E157-4523-A9CC-516E6C1FAB70}" type="pres">
      <dgm:prSet presAssocID="{12838719-9ABF-4C33-85C2-F6DCF21393E2}" presName="root" presStyleCnt="0"/>
      <dgm:spPr/>
    </dgm:pt>
    <dgm:pt modelId="{E45F8F84-2B30-40D5-904D-611E854810C6}" type="pres">
      <dgm:prSet presAssocID="{12838719-9ABF-4C33-85C2-F6DCF21393E2}" presName="rootComposite" presStyleCnt="0"/>
      <dgm:spPr/>
    </dgm:pt>
    <dgm:pt modelId="{D796D048-5AE1-44A5-9056-DE9AFB0B5373}" type="pres">
      <dgm:prSet presAssocID="{12838719-9ABF-4C33-85C2-F6DCF21393E2}" presName="rootText" presStyleLbl="node1" presStyleIdx="1" presStyleCnt="3"/>
      <dgm:spPr/>
    </dgm:pt>
    <dgm:pt modelId="{5ED068DB-B605-4AB7-8485-509B645422D0}" type="pres">
      <dgm:prSet presAssocID="{12838719-9ABF-4C33-85C2-F6DCF21393E2}" presName="rootConnector" presStyleLbl="node1" presStyleIdx="1" presStyleCnt="3"/>
      <dgm:spPr/>
    </dgm:pt>
    <dgm:pt modelId="{FB03F4D6-D51F-4C66-8761-5909D8390643}" type="pres">
      <dgm:prSet presAssocID="{12838719-9ABF-4C33-85C2-F6DCF21393E2}" presName="childShape" presStyleCnt="0"/>
      <dgm:spPr/>
    </dgm:pt>
    <dgm:pt modelId="{68C677E4-47FB-4ECC-BA43-D7465665D4C0}" type="pres">
      <dgm:prSet presAssocID="{1F6178E3-B378-424D-A736-49ED5D82E14A}" presName="Name13" presStyleLbl="parChTrans1D2" presStyleIdx="1" presStyleCnt="3"/>
      <dgm:spPr/>
    </dgm:pt>
    <dgm:pt modelId="{93F0475F-2E81-49B5-B24C-5BF959431376}" type="pres">
      <dgm:prSet presAssocID="{57BE8E39-3D60-4423-AB24-B0E2E74E2C03}" presName="childText" presStyleLbl="bgAcc1" presStyleIdx="1" presStyleCnt="3">
        <dgm:presLayoutVars>
          <dgm:bulletEnabled val="1"/>
        </dgm:presLayoutVars>
      </dgm:prSet>
      <dgm:spPr/>
    </dgm:pt>
    <dgm:pt modelId="{91A155E0-F5FD-44F8-80AF-54FBE50A8DAB}" type="pres">
      <dgm:prSet presAssocID="{7F0C63C6-7D60-467E-919B-BF75D64CE8A9}" presName="root" presStyleCnt="0"/>
      <dgm:spPr/>
    </dgm:pt>
    <dgm:pt modelId="{B67C8ACF-FAE3-4B8A-8106-9859A163F3E8}" type="pres">
      <dgm:prSet presAssocID="{7F0C63C6-7D60-467E-919B-BF75D64CE8A9}" presName="rootComposite" presStyleCnt="0"/>
      <dgm:spPr/>
    </dgm:pt>
    <dgm:pt modelId="{4F62ED47-EAD6-43D3-A27F-B4C52AC97E16}" type="pres">
      <dgm:prSet presAssocID="{7F0C63C6-7D60-467E-919B-BF75D64CE8A9}" presName="rootText" presStyleLbl="node1" presStyleIdx="2" presStyleCnt="3"/>
      <dgm:spPr/>
    </dgm:pt>
    <dgm:pt modelId="{6793701C-D60F-4621-A1A5-C31489DA30D5}" type="pres">
      <dgm:prSet presAssocID="{7F0C63C6-7D60-467E-919B-BF75D64CE8A9}" presName="rootConnector" presStyleLbl="node1" presStyleIdx="2" presStyleCnt="3"/>
      <dgm:spPr/>
    </dgm:pt>
    <dgm:pt modelId="{BBFDD742-6760-4630-8ACA-9D1E1C7FAA4A}" type="pres">
      <dgm:prSet presAssocID="{7F0C63C6-7D60-467E-919B-BF75D64CE8A9}" presName="childShape" presStyleCnt="0"/>
      <dgm:spPr/>
    </dgm:pt>
    <dgm:pt modelId="{6BAA86A7-3784-4DC4-901E-5A1A56E4E6A8}" type="pres">
      <dgm:prSet presAssocID="{FA3C6337-0A67-4BFF-A09B-1DF77B7B915F}" presName="Name13" presStyleLbl="parChTrans1D2" presStyleIdx="2" presStyleCnt="3"/>
      <dgm:spPr/>
    </dgm:pt>
    <dgm:pt modelId="{CE4895F1-70E8-4E99-A7BE-B92595296785}" type="pres">
      <dgm:prSet presAssocID="{5AAE4E64-FDB1-49CF-96B4-0F8AFF0B41CC}" presName="childText" presStyleLbl="bgAcc1" presStyleIdx="2" presStyleCnt="3">
        <dgm:presLayoutVars>
          <dgm:bulletEnabled val="1"/>
        </dgm:presLayoutVars>
      </dgm:prSet>
      <dgm:spPr/>
    </dgm:pt>
  </dgm:ptLst>
  <dgm:cxnLst>
    <dgm:cxn modelId="{61760201-AA5E-4B1D-A338-8EAB3CC14235}" type="presOf" srcId="{CFB8756E-F1F4-4D96-804E-A8B699B5917D}" destId="{EC1FA35A-6B92-4325-92EA-AFA20F44862E}" srcOrd="0" destOrd="0" presId="urn:microsoft.com/office/officeart/2005/8/layout/hierarchy3"/>
    <dgm:cxn modelId="{3D5F5915-BC43-48BC-9A73-B8C13515FE1A}" type="presOf" srcId="{7F0C63C6-7D60-467E-919B-BF75D64CE8A9}" destId="{4F62ED47-EAD6-43D3-A27F-B4C52AC97E16}" srcOrd="0" destOrd="0" presId="urn:microsoft.com/office/officeart/2005/8/layout/hierarchy3"/>
    <dgm:cxn modelId="{101D0719-3276-4275-B08F-6BE785E7423F}" srcId="{D992F62E-B539-42EE-AE0E-317C0D671BB2}" destId="{CFB8756E-F1F4-4D96-804E-A8B699B5917D}" srcOrd="0" destOrd="0" parTransId="{2B18BE9F-713B-4091-AD28-976EF6985603}" sibTransId="{400DC9D6-68B5-4E5A-A4E2-1D34B76730C5}"/>
    <dgm:cxn modelId="{0CAE611B-0E0B-4119-BCAA-191693AC9F39}" srcId="{C1C1491B-0CC1-4370-B2C4-C9F84CA2E24A}" destId="{D992F62E-B539-42EE-AE0E-317C0D671BB2}" srcOrd="0" destOrd="0" parTransId="{F7844997-52DB-47ED-92D6-99E06D4B15EB}" sibTransId="{381A1936-2BB6-4BE4-ADF1-F8D3CC187CA9}"/>
    <dgm:cxn modelId="{D1AEBF3C-700D-4759-81E8-2D7480CC0F6E}" type="presOf" srcId="{2B18BE9F-713B-4091-AD28-976EF6985603}" destId="{5EE33899-3BAF-4743-81F5-0F81246340DD}" srcOrd="0" destOrd="0" presId="urn:microsoft.com/office/officeart/2005/8/layout/hierarchy3"/>
    <dgm:cxn modelId="{502A2161-AFCB-48F0-89F2-115261A968C0}" type="presOf" srcId="{1F6178E3-B378-424D-A736-49ED5D82E14A}" destId="{68C677E4-47FB-4ECC-BA43-D7465665D4C0}" srcOrd="0" destOrd="0" presId="urn:microsoft.com/office/officeart/2005/8/layout/hierarchy3"/>
    <dgm:cxn modelId="{814D2541-6C97-47DF-B684-A12729F5F170}" type="presOf" srcId="{5AAE4E64-FDB1-49CF-96B4-0F8AFF0B41CC}" destId="{CE4895F1-70E8-4E99-A7BE-B92595296785}" srcOrd="0" destOrd="0" presId="urn:microsoft.com/office/officeart/2005/8/layout/hierarchy3"/>
    <dgm:cxn modelId="{19ECF561-502A-4BEF-A24B-EC6F0ECF28EE}" srcId="{12838719-9ABF-4C33-85C2-F6DCF21393E2}" destId="{57BE8E39-3D60-4423-AB24-B0E2E74E2C03}" srcOrd="0" destOrd="0" parTransId="{1F6178E3-B378-424D-A736-49ED5D82E14A}" sibTransId="{649E4860-77CB-4D6C-91F8-A7506AD341E5}"/>
    <dgm:cxn modelId="{2CF2054D-A107-4050-86E3-D8846B2595F7}" type="presOf" srcId="{12838719-9ABF-4C33-85C2-F6DCF21393E2}" destId="{5ED068DB-B605-4AB7-8485-509B645422D0}" srcOrd="1" destOrd="0" presId="urn:microsoft.com/office/officeart/2005/8/layout/hierarchy3"/>
    <dgm:cxn modelId="{8B3A7C58-2A23-497A-88FA-726EF49529B3}" type="presOf" srcId="{D992F62E-B539-42EE-AE0E-317C0D671BB2}" destId="{A8695BB6-3213-4C47-BB55-C98E80A917EA}" srcOrd="1" destOrd="0" presId="urn:microsoft.com/office/officeart/2005/8/layout/hierarchy3"/>
    <dgm:cxn modelId="{69CCE858-372D-4466-84A3-F366C7E0D726}" type="presOf" srcId="{FA3C6337-0A67-4BFF-A09B-1DF77B7B915F}" destId="{6BAA86A7-3784-4DC4-901E-5A1A56E4E6A8}" srcOrd="0" destOrd="0" presId="urn:microsoft.com/office/officeart/2005/8/layout/hierarchy3"/>
    <dgm:cxn modelId="{F7520C7B-6B4B-467B-A082-803B6377FB3F}" type="presOf" srcId="{57BE8E39-3D60-4423-AB24-B0E2E74E2C03}" destId="{93F0475F-2E81-49B5-B24C-5BF959431376}" srcOrd="0" destOrd="0" presId="urn:microsoft.com/office/officeart/2005/8/layout/hierarchy3"/>
    <dgm:cxn modelId="{7D3ACB98-F002-43A5-9BE6-644ECB8650A9}" type="presOf" srcId="{D992F62E-B539-42EE-AE0E-317C0D671BB2}" destId="{32626479-5FEF-48F3-8A7C-6D6677EB3016}" srcOrd="0" destOrd="0" presId="urn:microsoft.com/office/officeart/2005/8/layout/hierarchy3"/>
    <dgm:cxn modelId="{F28E95A7-0584-4D33-950C-B04640EF83E5}" type="presOf" srcId="{12838719-9ABF-4C33-85C2-F6DCF21393E2}" destId="{D796D048-5AE1-44A5-9056-DE9AFB0B5373}" srcOrd="0" destOrd="0" presId="urn:microsoft.com/office/officeart/2005/8/layout/hierarchy3"/>
    <dgm:cxn modelId="{9BF79FB3-6969-4D1D-91F5-755911D2AE53}" srcId="{C1C1491B-0CC1-4370-B2C4-C9F84CA2E24A}" destId="{12838719-9ABF-4C33-85C2-F6DCF21393E2}" srcOrd="1" destOrd="0" parTransId="{EC738542-E871-42CE-B8CE-AF10A181D1F2}" sibTransId="{7846C1D2-524A-4E6D-82D0-5A55E05254E3}"/>
    <dgm:cxn modelId="{6B40B8C9-DEA7-438D-8F87-CA658DBA55E7}" srcId="{7F0C63C6-7D60-467E-919B-BF75D64CE8A9}" destId="{5AAE4E64-FDB1-49CF-96B4-0F8AFF0B41CC}" srcOrd="0" destOrd="0" parTransId="{FA3C6337-0A67-4BFF-A09B-1DF77B7B915F}" sibTransId="{43BD06DD-69AE-406C-924B-653EB40C514B}"/>
    <dgm:cxn modelId="{C1BC93E4-7256-4617-837E-0BC8706BCC5F}" srcId="{C1C1491B-0CC1-4370-B2C4-C9F84CA2E24A}" destId="{7F0C63C6-7D60-467E-919B-BF75D64CE8A9}" srcOrd="2" destOrd="0" parTransId="{D4825E1E-F4D9-4202-9142-F6FA8680A25C}" sibTransId="{6115AAB2-556B-4E11-98A4-04950FF89C18}"/>
    <dgm:cxn modelId="{082E6AEC-94AB-4DCF-9070-1C8C0E6A00CF}" type="presOf" srcId="{7F0C63C6-7D60-467E-919B-BF75D64CE8A9}" destId="{6793701C-D60F-4621-A1A5-C31489DA30D5}" srcOrd="1" destOrd="0" presId="urn:microsoft.com/office/officeart/2005/8/layout/hierarchy3"/>
    <dgm:cxn modelId="{EF46AEEF-319C-4C7B-ABC6-1BF25511DFD0}" type="presOf" srcId="{C1C1491B-0CC1-4370-B2C4-C9F84CA2E24A}" destId="{B90700CB-C5AF-47E3-B796-897F881288B8}" srcOrd="0" destOrd="0" presId="urn:microsoft.com/office/officeart/2005/8/layout/hierarchy3"/>
    <dgm:cxn modelId="{ED8AA4C2-A71F-43E0-AE0D-AD8E20587B5C}" type="presParOf" srcId="{B90700CB-C5AF-47E3-B796-897F881288B8}" destId="{2F4E30CE-5F05-4DF0-B2CC-9D9C0DCF6040}" srcOrd="0" destOrd="0" presId="urn:microsoft.com/office/officeart/2005/8/layout/hierarchy3"/>
    <dgm:cxn modelId="{C400E8FA-1902-4D44-88CB-CEF9C5BC9F94}" type="presParOf" srcId="{2F4E30CE-5F05-4DF0-B2CC-9D9C0DCF6040}" destId="{307D6B5B-73D3-468E-A5E4-7D1551018337}" srcOrd="0" destOrd="0" presId="urn:microsoft.com/office/officeart/2005/8/layout/hierarchy3"/>
    <dgm:cxn modelId="{C03D3B33-8C82-4CCA-AD1D-382554CF3E8C}" type="presParOf" srcId="{307D6B5B-73D3-468E-A5E4-7D1551018337}" destId="{32626479-5FEF-48F3-8A7C-6D6677EB3016}" srcOrd="0" destOrd="0" presId="urn:microsoft.com/office/officeart/2005/8/layout/hierarchy3"/>
    <dgm:cxn modelId="{C3606FF5-0C82-444A-A461-AF865D8375F9}" type="presParOf" srcId="{307D6B5B-73D3-468E-A5E4-7D1551018337}" destId="{A8695BB6-3213-4C47-BB55-C98E80A917EA}" srcOrd="1" destOrd="0" presId="urn:microsoft.com/office/officeart/2005/8/layout/hierarchy3"/>
    <dgm:cxn modelId="{08DA2CE1-5C9C-4E1A-A404-2DE30ACE592B}" type="presParOf" srcId="{2F4E30CE-5F05-4DF0-B2CC-9D9C0DCF6040}" destId="{6A08DCB6-8001-4F33-81ED-4806BDCE17EB}" srcOrd="1" destOrd="0" presId="urn:microsoft.com/office/officeart/2005/8/layout/hierarchy3"/>
    <dgm:cxn modelId="{21248A54-FDF3-45B7-B312-3FCA46EAD953}" type="presParOf" srcId="{6A08DCB6-8001-4F33-81ED-4806BDCE17EB}" destId="{5EE33899-3BAF-4743-81F5-0F81246340DD}" srcOrd="0" destOrd="0" presId="urn:microsoft.com/office/officeart/2005/8/layout/hierarchy3"/>
    <dgm:cxn modelId="{8F748D65-D381-4D37-8571-5CD24126CF03}" type="presParOf" srcId="{6A08DCB6-8001-4F33-81ED-4806BDCE17EB}" destId="{EC1FA35A-6B92-4325-92EA-AFA20F44862E}" srcOrd="1" destOrd="0" presId="urn:microsoft.com/office/officeart/2005/8/layout/hierarchy3"/>
    <dgm:cxn modelId="{7422BB9A-4560-4245-98A7-9D084C447546}" type="presParOf" srcId="{B90700CB-C5AF-47E3-B796-897F881288B8}" destId="{FEC8F32A-E157-4523-A9CC-516E6C1FAB70}" srcOrd="1" destOrd="0" presId="urn:microsoft.com/office/officeart/2005/8/layout/hierarchy3"/>
    <dgm:cxn modelId="{2E490865-B815-4255-9EDB-5320D2E8E499}" type="presParOf" srcId="{FEC8F32A-E157-4523-A9CC-516E6C1FAB70}" destId="{E45F8F84-2B30-40D5-904D-611E854810C6}" srcOrd="0" destOrd="0" presId="urn:microsoft.com/office/officeart/2005/8/layout/hierarchy3"/>
    <dgm:cxn modelId="{1DB43D33-01E2-424B-92F6-37820CD15828}" type="presParOf" srcId="{E45F8F84-2B30-40D5-904D-611E854810C6}" destId="{D796D048-5AE1-44A5-9056-DE9AFB0B5373}" srcOrd="0" destOrd="0" presId="urn:microsoft.com/office/officeart/2005/8/layout/hierarchy3"/>
    <dgm:cxn modelId="{9D95C08B-8144-4924-B224-12F70040935C}" type="presParOf" srcId="{E45F8F84-2B30-40D5-904D-611E854810C6}" destId="{5ED068DB-B605-4AB7-8485-509B645422D0}" srcOrd="1" destOrd="0" presId="urn:microsoft.com/office/officeart/2005/8/layout/hierarchy3"/>
    <dgm:cxn modelId="{4FB4A549-AA33-4607-B942-3585744F2BD5}" type="presParOf" srcId="{FEC8F32A-E157-4523-A9CC-516E6C1FAB70}" destId="{FB03F4D6-D51F-4C66-8761-5909D8390643}" srcOrd="1" destOrd="0" presId="urn:microsoft.com/office/officeart/2005/8/layout/hierarchy3"/>
    <dgm:cxn modelId="{3BA5910C-F41A-4CCA-9354-7E959929D3B5}" type="presParOf" srcId="{FB03F4D6-D51F-4C66-8761-5909D8390643}" destId="{68C677E4-47FB-4ECC-BA43-D7465665D4C0}" srcOrd="0" destOrd="0" presId="urn:microsoft.com/office/officeart/2005/8/layout/hierarchy3"/>
    <dgm:cxn modelId="{72408244-DB9F-4A38-9A9C-B804A7965055}" type="presParOf" srcId="{FB03F4D6-D51F-4C66-8761-5909D8390643}" destId="{93F0475F-2E81-49B5-B24C-5BF959431376}" srcOrd="1" destOrd="0" presId="urn:microsoft.com/office/officeart/2005/8/layout/hierarchy3"/>
    <dgm:cxn modelId="{7601FE12-A7DF-4BD7-B985-1D751ACED15E}" type="presParOf" srcId="{B90700CB-C5AF-47E3-B796-897F881288B8}" destId="{91A155E0-F5FD-44F8-80AF-54FBE50A8DAB}" srcOrd="2" destOrd="0" presId="urn:microsoft.com/office/officeart/2005/8/layout/hierarchy3"/>
    <dgm:cxn modelId="{872B9DE0-469E-4B45-8958-823030268626}" type="presParOf" srcId="{91A155E0-F5FD-44F8-80AF-54FBE50A8DAB}" destId="{B67C8ACF-FAE3-4B8A-8106-9859A163F3E8}" srcOrd="0" destOrd="0" presId="urn:microsoft.com/office/officeart/2005/8/layout/hierarchy3"/>
    <dgm:cxn modelId="{5FD6DB5A-9E55-417B-A808-AA7441CA7C14}" type="presParOf" srcId="{B67C8ACF-FAE3-4B8A-8106-9859A163F3E8}" destId="{4F62ED47-EAD6-43D3-A27F-B4C52AC97E16}" srcOrd="0" destOrd="0" presId="urn:microsoft.com/office/officeart/2005/8/layout/hierarchy3"/>
    <dgm:cxn modelId="{7CD149BE-108C-44C8-954C-3C8F921D7B52}" type="presParOf" srcId="{B67C8ACF-FAE3-4B8A-8106-9859A163F3E8}" destId="{6793701C-D60F-4621-A1A5-C31489DA30D5}" srcOrd="1" destOrd="0" presId="urn:microsoft.com/office/officeart/2005/8/layout/hierarchy3"/>
    <dgm:cxn modelId="{C020422F-CC59-4CF1-AE9A-5C5BD1B13A78}" type="presParOf" srcId="{91A155E0-F5FD-44F8-80AF-54FBE50A8DAB}" destId="{BBFDD742-6760-4630-8ACA-9D1E1C7FAA4A}" srcOrd="1" destOrd="0" presId="urn:microsoft.com/office/officeart/2005/8/layout/hierarchy3"/>
    <dgm:cxn modelId="{DDD01EC4-2169-4D1D-ACCE-7A29F2F15053}" type="presParOf" srcId="{BBFDD742-6760-4630-8ACA-9D1E1C7FAA4A}" destId="{6BAA86A7-3784-4DC4-901E-5A1A56E4E6A8}" srcOrd="0" destOrd="0" presId="urn:microsoft.com/office/officeart/2005/8/layout/hierarchy3"/>
    <dgm:cxn modelId="{9CF3C67D-6539-4ABE-AB98-AED08E633482}" type="presParOf" srcId="{BBFDD742-6760-4630-8ACA-9D1E1C7FAA4A}" destId="{CE4895F1-70E8-4E99-A7BE-B9259529678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E65338-B7D2-4DDD-9483-1393EE1B77D4}" type="doc">
      <dgm:prSet loTypeId="urn:microsoft.com/office/officeart/2018/2/layout/IconVerticalSolidList" loCatId="icon" qsTypeId="urn:microsoft.com/office/officeart/2005/8/quickstyle/simple5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DB1F8BC-C3AC-4755-8137-0241AF0633C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Robust Security</a:t>
          </a:r>
          <a:r>
            <a:rPr lang="en-US" dirty="0"/>
            <a:t>: Features </a:t>
          </a:r>
          <a:r>
            <a:rPr lang="en-US" b="1" dirty="0"/>
            <a:t>password encryption</a:t>
          </a:r>
          <a:r>
            <a:rPr lang="en-US" dirty="0"/>
            <a:t> and a </a:t>
          </a:r>
          <a:r>
            <a:rPr lang="en-US" b="1" dirty="0"/>
            <a:t>password reset</a:t>
          </a:r>
          <a:r>
            <a:rPr lang="en-US" dirty="0"/>
            <a:t> process</a:t>
          </a:r>
        </a:p>
      </dgm:t>
    </dgm:pt>
    <dgm:pt modelId="{85FF08AF-88EA-4F53-B82F-28FE501F6D28}" type="parTrans" cxnId="{F19DE8F9-69DE-417F-8DF8-A871A4C95C7B}">
      <dgm:prSet/>
      <dgm:spPr/>
      <dgm:t>
        <a:bodyPr/>
        <a:lstStyle/>
        <a:p>
          <a:endParaRPr lang="en-US"/>
        </a:p>
      </dgm:t>
    </dgm:pt>
    <dgm:pt modelId="{73093D89-E87A-466D-BA95-7CF5F3E37961}" type="sibTrans" cxnId="{F19DE8F9-69DE-417F-8DF8-A871A4C95C7B}">
      <dgm:prSet/>
      <dgm:spPr/>
      <dgm:t>
        <a:bodyPr/>
        <a:lstStyle/>
        <a:p>
          <a:endParaRPr lang="en-US"/>
        </a:p>
      </dgm:t>
    </dgm:pt>
    <dgm:pt modelId="{4F06B5A6-2958-4DB7-B8A1-F567A92D385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Personalized Experience:</a:t>
          </a:r>
          <a:r>
            <a:rPr lang="en-US" dirty="0"/>
            <a:t> Allows users to </a:t>
          </a:r>
          <a:r>
            <a:rPr lang="en-US" b="1" dirty="0"/>
            <a:t>manage and customize a list of favorite locations</a:t>
          </a:r>
          <a:r>
            <a:rPr lang="en-US" dirty="0"/>
            <a:t> for instant forecasts</a:t>
          </a:r>
        </a:p>
      </dgm:t>
    </dgm:pt>
    <dgm:pt modelId="{D5DB27C9-8CF5-4AD4-83FC-50A14C11C1BE}" type="parTrans" cxnId="{76B5019A-2D3D-491C-B8A5-899E2B210DDE}">
      <dgm:prSet/>
      <dgm:spPr/>
      <dgm:t>
        <a:bodyPr/>
        <a:lstStyle/>
        <a:p>
          <a:endParaRPr lang="en-US"/>
        </a:p>
      </dgm:t>
    </dgm:pt>
    <dgm:pt modelId="{DAD8A724-ECD7-4DB2-B145-3A649962B9C0}" type="sibTrans" cxnId="{76B5019A-2D3D-491C-B8A5-899E2B210DDE}">
      <dgm:prSet/>
      <dgm:spPr/>
      <dgm:t>
        <a:bodyPr/>
        <a:lstStyle/>
        <a:p>
          <a:endParaRPr lang="en-US"/>
        </a:p>
      </dgm:t>
    </dgm:pt>
    <dgm:pt modelId="{1E5B2B84-AE44-42E1-9F44-7D4E499EE5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Enhanced Map Interactivity:</a:t>
          </a:r>
          <a:r>
            <a:rPr lang="en-US" dirty="0"/>
            <a:t> Enables users to </a:t>
          </a:r>
          <a:r>
            <a:rPr lang="en-US" b="1" dirty="0"/>
            <a:t>search for specific locations</a:t>
          </a:r>
          <a:r>
            <a:rPr lang="en-US" dirty="0"/>
            <a:t> on the map, supported by </a:t>
          </a:r>
          <a:r>
            <a:rPr lang="en-US" b="1" dirty="0"/>
            <a:t>dynamic interaction</a:t>
          </a:r>
          <a:r>
            <a:rPr lang="en-US" dirty="0"/>
            <a:t> capabilities (zooming, panning, etc.)</a:t>
          </a:r>
        </a:p>
      </dgm:t>
    </dgm:pt>
    <dgm:pt modelId="{6A62B60A-1A5B-4A3E-B2A4-8FD760629CA5}" type="parTrans" cxnId="{AC537E77-F84E-4C7D-9BDE-F6160B96734C}">
      <dgm:prSet/>
      <dgm:spPr/>
      <dgm:t>
        <a:bodyPr/>
        <a:lstStyle/>
        <a:p>
          <a:endParaRPr lang="en-US"/>
        </a:p>
      </dgm:t>
    </dgm:pt>
    <dgm:pt modelId="{4C9DD81A-E8FF-49C4-93E9-E999E1C8CE61}" type="sibTrans" cxnId="{AC537E77-F84E-4C7D-9BDE-F6160B96734C}">
      <dgm:prSet/>
      <dgm:spPr/>
      <dgm:t>
        <a:bodyPr/>
        <a:lstStyle/>
        <a:p>
          <a:endParaRPr lang="en-US"/>
        </a:p>
      </dgm:t>
    </dgm:pt>
    <dgm:pt modelId="{DD19E4F0-D39B-4744-A5C6-687490B3C08C}" type="pres">
      <dgm:prSet presAssocID="{B3E65338-B7D2-4DDD-9483-1393EE1B77D4}" presName="root" presStyleCnt="0">
        <dgm:presLayoutVars>
          <dgm:dir/>
          <dgm:resizeHandles val="exact"/>
        </dgm:presLayoutVars>
      </dgm:prSet>
      <dgm:spPr/>
    </dgm:pt>
    <dgm:pt modelId="{2D38D34E-F090-4D79-BA4A-74F2514B075F}" type="pres">
      <dgm:prSet presAssocID="{2DB1F8BC-C3AC-4755-8137-0241AF0633C9}" presName="compNode" presStyleCnt="0"/>
      <dgm:spPr/>
    </dgm:pt>
    <dgm:pt modelId="{AC5B9879-7B4B-45DE-A237-69D1D2356524}" type="pres">
      <dgm:prSet presAssocID="{2DB1F8BC-C3AC-4755-8137-0241AF0633C9}" presName="bgRect" presStyleLbl="bgShp" presStyleIdx="0" presStyleCnt="3"/>
      <dgm:spPr/>
    </dgm:pt>
    <dgm:pt modelId="{61113478-4190-44F2-A2D1-9E34CAAC2C7B}" type="pres">
      <dgm:prSet presAssocID="{2DB1F8BC-C3AC-4755-8137-0241AF0633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C6523993-D5FD-49F2-9FEA-74F31570A150}" type="pres">
      <dgm:prSet presAssocID="{2DB1F8BC-C3AC-4755-8137-0241AF0633C9}" presName="spaceRect" presStyleCnt="0"/>
      <dgm:spPr/>
    </dgm:pt>
    <dgm:pt modelId="{BD63EBC1-F382-4E5D-916F-88B4F117D1C8}" type="pres">
      <dgm:prSet presAssocID="{2DB1F8BC-C3AC-4755-8137-0241AF0633C9}" presName="parTx" presStyleLbl="revTx" presStyleIdx="0" presStyleCnt="3">
        <dgm:presLayoutVars>
          <dgm:chMax val="0"/>
          <dgm:chPref val="0"/>
        </dgm:presLayoutVars>
      </dgm:prSet>
      <dgm:spPr/>
    </dgm:pt>
    <dgm:pt modelId="{F63A6FB8-A9DD-40A1-8BF9-C539DAA59974}" type="pres">
      <dgm:prSet presAssocID="{73093D89-E87A-466D-BA95-7CF5F3E37961}" presName="sibTrans" presStyleCnt="0"/>
      <dgm:spPr/>
    </dgm:pt>
    <dgm:pt modelId="{19BE2680-17AE-48C6-9226-5038AB738AC1}" type="pres">
      <dgm:prSet presAssocID="{4F06B5A6-2958-4DB7-B8A1-F567A92D385C}" presName="compNode" presStyleCnt="0"/>
      <dgm:spPr/>
    </dgm:pt>
    <dgm:pt modelId="{72D4B323-4CBA-40E8-843D-F1D320DF981C}" type="pres">
      <dgm:prSet presAssocID="{4F06B5A6-2958-4DB7-B8A1-F567A92D385C}" presName="bgRect" presStyleLbl="bgShp" presStyleIdx="1" presStyleCnt="3"/>
      <dgm:spPr/>
    </dgm:pt>
    <dgm:pt modelId="{ACE30F06-CB80-43B6-A1BB-707A6D0E4685}" type="pres">
      <dgm:prSet presAssocID="{4F06B5A6-2958-4DB7-B8A1-F567A92D385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E49237CF-81E3-4CCA-B821-747026B079E7}" type="pres">
      <dgm:prSet presAssocID="{4F06B5A6-2958-4DB7-B8A1-F567A92D385C}" presName="spaceRect" presStyleCnt="0"/>
      <dgm:spPr/>
    </dgm:pt>
    <dgm:pt modelId="{04AB7333-5E36-4AB8-827F-D23D88862357}" type="pres">
      <dgm:prSet presAssocID="{4F06B5A6-2958-4DB7-B8A1-F567A92D385C}" presName="parTx" presStyleLbl="revTx" presStyleIdx="1" presStyleCnt="3">
        <dgm:presLayoutVars>
          <dgm:chMax val="0"/>
          <dgm:chPref val="0"/>
        </dgm:presLayoutVars>
      </dgm:prSet>
      <dgm:spPr/>
    </dgm:pt>
    <dgm:pt modelId="{44E6824D-4297-4B6D-BCC2-C98156E8F05D}" type="pres">
      <dgm:prSet presAssocID="{DAD8A724-ECD7-4DB2-B145-3A649962B9C0}" presName="sibTrans" presStyleCnt="0"/>
      <dgm:spPr/>
    </dgm:pt>
    <dgm:pt modelId="{EC858AF1-512F-4616-B07A-8E2D1DC21009}" type="pres">
      <dgm:prSet presAssocID="{1E5B2B84-AE44-42E1-9F44-7D4E499EE51E}" presName="compNode" presStyleCnt="0"/>
      <dgm:spPr/>
    </dgm:pt>
    <dgm:pt modelId="{B1B486F7-ABF0-48A0-9D8E-54BC9B3C9116}" type="pres">
      <dgm:prSet presAssocID="{1E5B2B84-AE44-42E1-9F44-7D4E499EE51E}" presName="bgRect" presStyleLbl="bgShp" presStyleIdx="2" presStyleCnt="3"/>
      <dgm:spPr/>
    </dgm:pt>
    <dgm:pt modelId="{B604B708-9786-49F3-83B9-711196C35311}" type="pres">
      <dgm:prSet presAssocID="{1E5B2B84-AE44-42E1-9F44-7D4E499EE51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Zoom In"/>
        </a:ext>
      </dgm:extLst>
    </dgm:pt>
    <dgm:pt modelId="{2A5DF8A7-5EC8-4DAB-A322-8EE3F75E18EB}" type="pres">
      <dgm:prSet presAssocID="{1E5B2B84-AE44-42E1-9F44-7D4E499EE51E}" presName="spaceRect" presStyleCnt="0"/>
      <dgm:spPr/>
    </dgm:pt>
    <dgm:pt modelId="{682FE0D5-EDAD-4C6F-AFAC-F869F0C0AC0E}" type="pres">
      <dgm:prSet presAssocID="{1E5B2B84-AE44-42E1-9F44-7D4E499EE51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CE39272-F40A-4190-9071-7753C9DC8AF9}" type="presOf" srcId="{2DB1F8BC-C3AC-4755-8137-0241AF0633C9}" destId="{BD63EBC1-F382-4E5D-916F-88B4F117D1C8}" srcOrd="0" destOrd="0" presId="urn:microsoft.com/office/officeart/2018/2/layout/IconVerticalSolidList"/>
    <dgm:cxn modelId="{AC537E77-F84E-4C7D-9BDE-F6160B96734C}" srcId="{B3E65338-B7D2-4DDD-9483-1393EE1B77D4}" destId="{1E5B2B84-AE44-42E1-9F44-7D4E499EE51E}" srcOrd="2" destOrd="0" parTransId="{6A62B60A-1A5B-4A3E-B2A4-8FD760629CA5}" sibTransId="{4C9DD81A-E8FF-49C4-93E9-E999E1C8CE61}"/>
    <dgm:cxn modelId="{76B5019A-2D3D-491C-B8A5-899E2B210DDE}" srcId="{B3E65338-B7D2-4DDD-9483-1393EE1B77D4}" destId="{4F06B5A6-2958-4DB7-B8A1-F567A92D385C}" srcOrd="1" destOrd="0" parTransId="{D5DB27C9-8CF5-4AD4-83FC-50A14C11C1BE}" sibTransId="{DAD8A724-ECD7-4DB2-B145-3A649962B9C0}"/>
    <dgm:cxn modelId="{4EC9289C-3A1E-47AB-BB00-BB5ECDBCE490}" type="presOf" srcId="{4F06B5A6-2958-4DB7-B8A1-F567A92D385C}" destId="{04AB7333-5E36-4AB8-827F-D23D88862357}" srcOrd="0" destOrd="0" presId="urn:microsoft.com/office/officeart/2018/2/layout/IconVerticalSolidList"/>
    <dgm:cxn modelId="{D837E3A1-C729-429A-9DA1-201D839604D9}" type="presOf" srcId="{1E5B2B84-AE44-42E1-9F44-7D4E499EE51E}" destId="{682FE0D5-EDAD-4C6F-AFAC-F869F0C0AC0E}" srcOrd="0" destOrd="0" presId="urn:microsoft.com/office/officeart/2018/2/layout/IconVerticalSolidList"/>
    <dgm:cxn modelId="{849A2BD1-E83C-4BAC-A3A4-BF3A8C44BF80}" type="presOf" srcId="{B3E65338-B7D2-4DDD-9483-1393EE1B77D4}" destId="{DD19E4F0-D39B-4744-A5C6-687490B3C08C}" srcOrd="0" destOrd="0" presId="urn:microsoft.com/office/officeart/2018/2/layout/IconVerticalSolidList"/>
    <dgm:cxn modelId="{F19DE8F9-69DE-417F-8DF8-A871A4C95C7B}" srcId="{B3E65338-B7D2-4DDD-9483-1393EE1B77D4}" destId="{2DB1F8BC-C3AC-4755-8137-0241AF0633C9}" srcOrd="0" destOrd="0" parTransId="{85FF08AF-88EA-4F53-B82F-28FE501F6D28}" sibTransId="{73093D89-E87A-466D-BA95-7CF5F3E37961}"/>
    <dgm:cxn modelId="{5041FEA7-4903-446D-A551-FCFA625314A8}" type="presParOf" srcId="{DD19E4F0-D39B-4744-A5C6-687490B3C08C}" destId="{2D38D34E-F090-4D79-BA4A-74F2514B075F}" srcOrd="0" destOrd="0" presId="urn:microsoft.com/office/officeart/2018/2/layout/IconVerticalSolidList"/>
    <dgm:cxn modelId="{15A4CBC2-27BD-48E5-8FBA-7990708347A4}" type="presParOf" srcId="{2D38D34E-F090-4D79-BA4A-74F2514B075F}" destId="{AC5B9879-7B4B-45DE-A237-69D1D2356524}" srcOrd="0" destOrd="0" presId="urn:microsoft.com/office/officeart/2018/2/layout/IconVerticalSolidList"/>
    <dgm:cxn modelId="{57C2C652-25E3-47B9-AF34-215BCF8AE1CE}" type="presParOf" srcId="{2D38D34E-F090-4D79-BA4A-74F2514B075F}" destId="{61113478-4190-44F2-A2D1-9E34CAAC2C7B}" srcOrd="1" destOrd="0" presId="urn:microsoft.com/office/officeart/2018/2/layout/IconVerticalSolidList"/>
    <dgm:cxn modelId="{B83018A3-DB16-4FF1-9378-CC1B03E473BC}" type="presParOf" srcId="{2D38D34E-F090-4D79-BA4A-74F2514B075F}" destId="{C6523993-D5FD-49F2-9FEA-74F31570A150}" srcOrd="2" destOrd="0" presId="urn:microsoft.com/office/officeart/2018/2/layout/IconVerticalSolidList"/>
    <dgm:cxn modelId="{0D72ACFB-EA65-4360-8D4B-CEB27052BDE8}" type="presParOf" srcId="{2D38D34E-F090-4D79-BA4A-74F2514B075F}" destId="{BD63EBC1-F382-4E5D-916F-88B4F117D1C8}" srcOrd="3" destOrd="0" presId="urn:microsoft.com/office/officeart/2018/2/layout/IconVerticalSolidList"/>
    <dgm:cxn modelId="{F4510E88-7E0A-4F50-85C0-36FEBC7F5FFA}" type="presParOf" srcId="{DD19E4F0-D39B-4744-A5C6-687490B3C08C}" destId="{F63A6FB8-A9DD-40A1-8BF9-C539DAA59974}" srcOrd="1" destOrd="0" presId="urn:microsoft.com/office/officeart/2018/2/layout/IconVerticalSolidList"/>
    <dgm:cxn modelId="{EFDA0F93-5242-4A2E-A412-D721BDCF057C}" type="presParOf" srcId="{DD19E4F0-D39B-4744-A5C6-687490B3C08C}" destId="{19BE2680-17AE-48C6-9226-5038AB738AC1}" srcOrd="2" destOrd="0" presId="urn:microsoft.com/office/officeart/2018/2/layout/IconVerticalSolidList"/>
    <dgm:cxn modelId="{6C1C20BE-2304-43B7-A564-79A4E6744640}" type="presParOf" srcId="{19BE2680-17AE-48C6-9226-5038AB738AC1}" destId="{72D4B323-4CBA-40E8-843D-F1D320DF981C}" srcOrd="0" destOrd="0" presId="urn:microsoft.com/office/officeart/2018/2/layout/IconVerticalSolidList"/>
    <dgm:cxn modelId="{2840C4DF-FA3F-4796-9559-56F39DF6CDF1}" type="presParOf" srcId="{19BE2680-17AE-48C6-9226-5038AB738AC1}" destId="{ACE30F06-CB80-43B6-A1BB-707A6D0E4685}" srcOrd="1" destOrd="0" presId="urn:microsoft.com/office/officeart/2018/2/layout/IconVerticalSolidList"/>
    <dgm:cxn modelId="{C7A7DF54-C245-4EED-B697-3FD9A39EC70E}" type="presParOf" srcId="{19BE2680-17AE-48C6-9226-5038AB738AC1}" destId="{E49237CF-81E3-4CCA-B821-747026B079E7}" srcOrd="2" destOrd="0" presId="urn:microsoft.com/office/officeart/2018/2/layout/IconVerticalSolidList"/>
    <dgm:cxn modelId="{8DEB7452-8481-4466-9A22-F203FF211AFA}" type="presParOf" srcId="{19BE2680-17AE-48C6-9226-5038AB738AC1}" destId="{04AB7333-5E36-4AB8-827F-D23D88862357}" srcOrd="3" destOrd="0" presId="urn:microsoft.com/office/officeart/2018/2/layout/IconVerticalSolidList"/>
    <dgm:cxn modelId="{FBEEA4B8-7F5F-4599-A4B9-C51E557240BC}" type="presParOf" srcId="{DD19E4F0-D39B-4744-A5C6-687490B3C08C}" destId="{44E6824D-4297-4B6D-BCC2-C98156E8F05D}" srcOrd="3" destOrd="0" presId="urn:microsoft.com/office/officeart/2018/2/layout/IconVerticalSolidList"/>
    <dgm:cxn modelId="{48215EE2-9BCD-42EC-A6B5-D8769A42AB1F}" type="presParOf" srcId="{DD19E4F0-D39B-4744-A5C6-687490B3C08C}" destId="{EC858AF1-512F-4616-B07A-8E2D1DC21009}" srcOrd="4" destOrd="0" presId="urn:microsoft.com/office/officeart/2018/2/layout/IconVerticalSolidList"/>
    <dgm:cxn modelId="{ABEE0700-BB00-474E-A7A9-3AEC1041AA99}" type="presParOf" srcId="{EC858AF1-512F-4616-B07A-8E2D1DC21009}" destId="{B1B486F7-ABF0-48A0-9D8E-54BC9B3C9116}" srcOrd="0" destOrd="0" presId="urn:microsoft.com/office/officeart/2018/2/layout/IconVerticalSolidList"/>
    <dgm:cxn modelId="{C8481E29-E6AE-4EA2-B7BF-0010633B9BF2}" type="presParOf" srcId="{EC858AF1-512F-4616-B07A-8E2D1DC21009}" destId="{B604B708-9786-49F3-83B9-711196C35311}" srcOrd="1" destOrd="0" presId="urn:microsoft.com/office/officeart/2018/2/layout/IconVerticalSolidList"/>
    <dgm:cxn modelId="{5A0C6E5E-E374-420B-AD0D-D32994F09230}" type="presParOf" srcId="{EC858AF1-512F-4616-B07A-8E2D1DC21009}" destId="{2A5DF8A7-5EC8-4DAB-A322-8EE3F75E18EB}" srcOrd="2" destOrd="0" presId="urn:microsoft.com/office/officeart/2018/2/layout/IconVerticalSolidList"/>
    <dgm:cxn modelId="{4AFCCFEB-755E-4D1B-A857-DEF8FFD08DB3}" type="presParOf" srcId="{EC858AF1-512F-4616-B07A-8E2D1DC21009}" destId="{682FE0D5-EDAD-4C6F-AFAC-F869F0C0AC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B9879-7B4B-45DE-A237-69D1D2356524}">
      <dsp:nvSpPr>
        <dsp:cNvPr id="0" name=""/>
        <dsp:cNvSpPr/>
      </dsp:nvSpPr>
      <dsp:spPr>
        <a:xfrm>
          <a:off x="0" y="1805"/>
          <a:ext cx="10515600" cy="915310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1113478-4190-44F2-A2D1-9E34CAAC2C7B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D63EBC1-F382-4E5D-916F-88B4F117D1C8}">
      <dsp:nvSpPr>
        <dsp:cNvPr id="0" name=""/>
        <dsp:cNvSpPr/>
      </dsp:nvSpPr>
      <dsp:spPr>
        <a:xfrm>
          <a:off x="1057183" y="1805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 </a:t>
          </a:r>
          <a:r>
            <a:rPr lang="en-US" sz="2200" b="0" kern="1200" dirty="0"/>
            <a:t>Secure</a:t>
          </a:r>
          <a:r>
            <a:rPr lang="en-US" sz="2200" kern="1200" dirty="0"/>
            <a:t>, </a:t>
          </a:r>
          <a:r>
            <a:rPr lang="en-US" sz="2200" b="1" kern="1200" dirty="0"/>
            <a:t>Full-Stack Weather Platform </a:t>
          </a:r>
          <a:r>
            <a:rPr lang="en-US" sz="2200" kern="1200" dirty="0"/>
            <a:t>for </a:t>
          </a:r>
          <a:r>
            <a:rPr lang="en-US" sz="2200" b="1" kern="1200" dirty="0"/>
            <a:t>Real-Time Forecasting</a:t>
          </a:r>
        </a:p>
      </dsp:txBody>
      <dsp:txXfrm>
        <a:off x="1057183" y="1805"/>
        <a:ext cx="9458416" cy="915310"/>
      </dsp:txXfrm>
    </dsp:sp>
    <dsp:sp modelId="{586595E2-5B08-4DB0-9EB0-71F11AC62190}">
      <dsp:nvSpPr>
        <dsp:cNvPr id="0" name=""/>
        <dsp:cNvSpPr/>
      </dsp:nvSpPr>
      <dsp:spPr>
        <a:xfrm>
          <a:off x="0" y="1145944"/>
          <a:ext cx="10515600" cy="915310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B19BDBB-F2E4-492F-852F-6EF6B646BD14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10265DC-397C-4696-B7FF-BB368C7E3F4D}">
      <dsp:nvSpPr>
        <dsp:cNvPr id="0" name=""/>
        <dsp:cNvSpPr/>
      </dsp:nvSpPr>
      <dsp:spPr>
        <a:xfrm>
          <a:off x="1057183" y="1145944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Core Functionality:</a:t>
          </a:r>
          <a:r>
            <a:rPr lang="en-US" sz="2200" kern="1200" dirty="0"/>
            <a:t> Gathers and displays </a:t>
          </a:r>
          <a:r>
            <a:rPr lang="en-US" sz="2200" b="1" kern="1200" dirty="0"/>
            <a:t>real-time weather data</a:t>
          </a:r>
          <a:r>
            <a:rPr lang="en-US" sz="2200" kern="1200" dirty="0"/>
            <a:t> across a comprehensive, </a:t>
          </a:r>
          <a:r>
            <a:rPr lang="en-US" sz="2200" b="1" kern="1200" dirty="0"/>
            <a:t>full-stack web application</a:t>
          </a:r>
          <a:endParaRPr lang="en-US" sz="2200" kern="1200" dirty="0"/>
        </a:p>
      </dsp:txBody>
      <dsp:txXfrm>
        <a:off x="1057183" y="1145944"/>
        <a:ext cx="9458416" cy="915310"/>
      </dsp:txXfrm>
    </dsp:sp>
    <dsp:sp modelId="{72D4B323-4CBA-40E8-843D-F1D320DF981C}">
      <dsp:nvSpPr>
        <dsp:cNvPr id="0" name=""/>
        <dsp:cNvSpPr/>
      </dsp:nvSpPr>
      <dsp:spPr>
        <a:xfrm>
          <a:off x="0" y="2290082"/>
          <a:ext cx="10515600" cy="915310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CE30F06-CB80-43B6-A1BB-707A6D0E4685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4AB7333-5E36-4AB8-827F-D23D88862357}">
      <dsp:nvSpPr>
        <dsp:cNvPr id="0" name=""/>
        <dsp:cNvSpPr/>
      </dsp:nvSpPr>
      <dsp:spPr>
        <a:xfrm>
          <a:off x="1057183" y="2290082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Key Features:</a:t>
          </a:r>
          <a:r>
            <a:rPr lang="en-US" sz="2200" kern="1200"/>
            <a:t> Delivers a </a:t>
          </a:r>
          <a:r>
            <a:rPr lang="en-US" sz="2200" b="1" kern="1200"/>
            <a:t>real-time 7-day forecast</a:t>
          </a:r>
          <a:r>
            <a:rPr lang="en-US" sz="2200" kern="1200"/>
            <a:t>, a </a:t>
          </a:r>
          <a:r>
            <a:rPr lang="en-US" sz="2200" b="1" kern="1200"/>
            <a:t>dynamic weather map</a:t>
          </a:r>
          <a:r>
            <a:rPr lang="en-US" sz="2200" kern="1200"/>
            <a:t>, and secure </a:t>
          </a:r>
          <a:r>
            <a:rPr lang="en-US" sz="2200" b="1" kern="1200"/>
            <a:t>user authentication</a:t>
          </a:r>
          <a:r>
            <a:rPr lang="en-US" sz="2200" kern="1200"/>
            <a:t> for personalized access</a:t>
          </a:r>
        </a:p>
      </dsp:txBody>
      <dsp:txXfrm>
        <a:off x="1057183" y="2290082"/>
        <a:ext cx="9458416" cy="915310"/>
      </dsp:txXfrm>
    </dsp:sp>
    <dsp:sp modelId="{B1B486F7-ABF0-48A0-9D8E-54BC9B3C9116}">
      <dsp:nvSpPr>
        <dsp:cNvPr id="0" name=""/>
        <dsp:cNvSpPr/>
      </dsp:nvSpPr>
      <dsp:spPr>
        <a:xfrm>
          <a:off x="0" y="3434221"/>
          <a:ext cx="10515600" cy="915310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604B708-9786-49F3-83B9-711196C35311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82FE0D5-EDAD-4C6F-AFAC-F869F0C0AC0E}">
      <dsp:nvSpPr>
        <dsp:cNvPr id="0" name=""/>
        <dsp:cNvSpPr/>
      </dsp:nvSpPr>
      <dsp:spPr>
        <a:xfrm>
          <a:off x="1057183" y="3434221"/>
          <a:ext cx="9458416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Goal:</a:t>
          </a:r>
          <a:r>
            <a:rPr lang="en-US" sz="2200" kern="1200"/>
            <a:t> To be the </a:t>
          </a:r>
          <a:r>
            <a:rPr lang="en-US" sz="2200" b="1" kern="1200"/>
            <a:t>reliable, accurate, and customizable</a:t>
          </a:r>
          <a:r>
            <a:rPr lang="en-US" sz="2200" kern="1200"/>
            <a:t> weather source for users across the United States of America</a:t>
          </a:r>
        </a:p>
      </dsp:txBody>
      <dsp:txXfrm>
        <a:off x="1057183" y="3434221"/>
        <a:ext cx="9458416" cy="9153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51C209-A0D3-439D-8968-BFB2234E8B2D}">
      <dsp:nvSpPr>
        <dsp:cNvPr id="0" name=""/>
        <dsp:cNvSpPr/>
      </dsp:nvSpPr>
      <dsp:spPr>
        <a:xfrm>
          <a:off x="449976" y="130728"/>
          <a:ext cx="355805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B0AF7AE-CCA6-49D6-8E46-29FCE1AD06ED}">
      <dsp:nvSpPr>
        <dsp:cNvPr id="0" name=""/>
        <dsp:cNvSpPr/>
      </dsp:nvSpPr>
      <dsp:spPr>
        <a:xfrm>
          <a:off x="827130" y="100876"/>
          <a:ext cx="40917" cy="76778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DC1ABBB-0683-4B8D-BB50-985CA0BC471D}">
      <dsp:nvSpPr>
        <dsp:cNvPr id="0" name=""/>
        <dsp:cNvSpPr/>
      </dsp:nvSpPr>
      <dsp:spPr>
        <a:xfrm>
          <a:off x="274816" y="80"/>
          <a:ext cx="261368" cy="2613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3" tIns="10143" rIns="10143" bIns="101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1</a:t>
          </a:r>
          <a:endParaRPr lang="en-US" sz="1400" kern="1200" dirty="0"/>
        </a:p>
      </dsp:txBody>
      <dsp:txXfrm>
        <a:off x="313092" y="38356"/>
        <a:ext cx="184816" cy="184816"/>
      </dsp:txXfrm>
    </dsp:sp>
    <dsp:sp modelId="{F37B602B-14D6-4C77-9970-9312C12F08AC}">
      <dsp:nvSpPr>
        <dsp:cNvPr id="0" name=""/>
        <dsp:cNvSpPr/>
      </dsp:nvSpPr>
      <dsp:spPr>
        <a:xfrm>
          <a:off x="5219" y="426966"/>
          <a:ext cx="800562" cy="68992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149" tIns="165100" rIns="6314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Project Plan</a:t>
          </a:r>
        </a:p>
      </dsp:txBody>
      <dsp:txXfrm>
        <a:off x="5219" y="564950"/>
        <a:ext cx="800562" cy="551936"/>
      </dsp:txXfrm>
    </dsp:sp>
    <dsp:sp modelId="{AEE00025-A740-4D47-BBCD-B9174E209717}">
      <dsp:nvSpPr>
        <dsp:cNvPr id="0" name=""/>
        <dsp:cNvSpPr/>
      </dsp:nvSpPr>
      <dsp:spPr>
        <a:xfrm>
          <a:off x="894733" y="130678"/>
          <a:ext cx="80056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DE19AFA-1D69-4201-A878-90180F21D5D2}">
      <dsp:nvSpPr>
        <dsp:cNvPr id="0" name=""/>
        <dsp:cNvSpPr/>
      </dsp:nvSpPr>
      <dsp:spPr>
        <a:xfrm>
          <a:off x="1716644" y="100827"/>
          <a:ext cx="40917" cy="76824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A95D29A-23DA-4526-9630-889B7B4E596F}">
      <dsp:nvSpPr>
        <dsp:cNvPr id="0" name=""/>
        <dsp:cNvSpPr/>
      </dsp:nvSpPr>
      <dsp:spPr>
        <a:xfrm>
          <a:off x="1164331" y="30"/>
          <a:ext cx="261368" cy="2613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3" tIns="10143" rIns="10143" bIns="101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2</a:t>
          </a:r>
          <a:endParaRPr lang="en-US" sz="1400" kern="1200" dirty="0"/>
        </a:p>
      </dsp:txBody>
      <dsp:txXfrm>
        <a:off x="1202607" y="38306"/>
        <a:ext cx="184816" cy="184816"/>
      </dsp:txXfrm>
    </dsp:sp>
    <dsp:sp modelId="{DECEA421-557B-4289-A094-E5B1C8CE6F80}">
      <dsp:nvSpPr>
        <dsp:cNvPr id="0" name=""/>
        <dsp:cNvSpPr/>
      </dsp:nvSpPr>
      <dsp:spPr>
        <a:xfrm>
          <a:off x="894733" y="426966"/>
          <a:ext cx="800562" cy="68992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149" tIns="165100" rIns="6314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SRS</a:t>
          </a:r>
        </a:p>
      </dsp:txBody>
      <dsp:txXfrm>
        <a:off x="894733" y="564950"/>
        <a:ext cx="800562" cy="551936"/>
      </dsp:txXfrm>
    </dsp:sp>
    <dsp:sp modelId="{A191A919-F7E7-4FA4-8646-072D5BD6E63E}">
      <dsp:nvSpPr>
        <dsp:cNvPr id="0" name=""/>
        <dsp:cNvSpPr/>
      </dsp:nvSpPr>
      <dsp:spPr>
        <a:xfrm>
          <a:off x="1784247" y="130659"/>
          <a:ext cx="80056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945AFD-27ED-4E38-88C2-3973A54F3338}">
      <dsp:nvSpPr>
        <dsp:cNvPr id="0" name=""/>
        <dsp:cNvSpPr/>
      </dsp:nvSpPr>
      <dsp:spPr>
        <a:xfrm>
          <a:off x="2606158" y="100807"/>
          <a:ext cx="40917" cy="76842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1DAFAA7-73E6-45EB-8C83-A1CEF5D0C0DA}">
      <dsp:nvSpPr>
        <dsp:cNvPr id="0" name=""/>
        <dsp:cNvSpPr/>
      </dsp:nvSpPr>
      <dsp:spPr>
        <a:xfrm>
          <a:off x="2053845" y="11"/>
          <a:ext cx="261368" cy="2613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3" tIns="10143" rIns="10143" bIns="101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3</a:t>
          </a:r>
        </a:p>
      </dsp:txBody>
      <dsp:txXfrm>
        <a:off x="2092121" y="38287"/>
        <a:ext cx="184816" cy="184816"/>
      </dsp:txXfrm>
    </dsp:sp>
    <dsp:sp modelId="{AB52F55E-DEF9-4365-9A74-3494E099A57C}">
      <dsp:nvSpPr>
        <dsp:cNvPr id="0" name=""/>
        <dsp:cNvSpPr/>
      </dsp:nvSpPr>
      <dsp:spPr>
        <a:xfrm>
          <a:off x="1784247" y="426966"/>
          <a:ext cx="800562" cy="68992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149" tIns="165100" rIns="6314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Design Document</a:t>
          </a:r>
        </a:p>
      </dsp:txBody>
      <dsp:txXfrm>
        <a:off x="1784247" y="564950"/>
        <a:ext cx="800562" cy="551936"/>
      </dsp:txXfrm>
    </dsp:sp>
    <dsp:sp modelId="{B0FE7C09-3B0B-44AC-8C7E-F234EAE6D0D7}">
      <dsp:nvSpPr>
        <dsp:cNvPr id="0" name=""/>
        <dsp:cNvSpPr/>
      </dsp:nvSpPr>
      <dsp:spPr>
        <a:xfrm>
          <a:off x="2673762" y="130652"/>
          <a:ext cx="80056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634C9DE-4B0D-4FAD-986E-ADFE649B3F48}">
      <dsp:nvSpPr>
        <dsp:cNvPr id="0" name=""/>
        <dsp:cNvSpPr/>
      </dsp:nvSpPr>
      <dsp:spPr>
        <a:xfrm>
          <a:off x="3495673" y="100800"/>
          <a:ext cx="40917" cy="76849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12A0FC9-6CDD-4F9D-A56A-70F83D11411B}">
      <dsp:nvSpPr>
        <dsp:cNvPr id="0" name=""/>
        <dsp:cNvSpPr/>
      </dsp:nvSpPr>
      <dsp:spPr>
        <a:xfrm>
          <a:off x="2943359" y="4"/>
          <a:ext cx="261368" cy="2613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3" tIns="10143" rIns="10143" bIns="101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4</a:t>
          </a:r>
        </a:p>
      </dsp:txBody>
      <dsp:txXfrm>
        <a:off x="2981635" y="38280"/>
        <a:ext cx="184816" cy="184816"/>
      </dsp:txXfrm>
    </dsp:sp>
    <dsp:sp modelId="{DD928B5F-DBE2-4B9D-BF9B-C5DB5FF70AD3}">
      <dsp:nvSpPr>
        <dsp:cNvPr id="0" name=""/>
        <dsp:cNvSpPr/>
      </dsp:nvSpPr>
      <dsp:spPr>
        <a:xfrm>
          <a:off x="2673762" y="426966"/>
          <a:ext cx="800562" cy="68992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149" tIns="165100" rIns="6314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Test Plan</a:t>
          </a:r>
        </a:p>
      </dsp:txBody>
      <dsp:txXfrm>
        <a:off x="2673762" y="564950"/>
        <a:ext cx="800562" cy="551936"/>
      </dsp:txXfrm>
    </dsp:sp>
    <dsp:sp modelId="{5551805F-BE9D-4847-830C-84EC09FDF717}">
      <dsp:nvSpPr>
        <dsp:cNvPr id="0" name=""/>
        <dsp:cNvSpPr/>
      </dsp:nvSpPr>
      <dsp:spPr>
        <a:xfrm>
          <a:off x="3563276" y="130649"/>
          <a:ext cx="800562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80083AE-C111-4821-AD19-66BAE1DF15AF}">
      <dsp:nvSpPr>
        <dsp:cNvPr id="0" name=""/>
        <dsp:cNvSpPr/>
      </dsp:nvSpPr>
      <dsp:spPr>
        <a:xfrm>
          <a:off x="4385187" y="100797"/>
          <a:ext cx="40917" cy="76852"/>
        </a:xfrm>
        <a:prstGeom prst="chevron">
          <a:avLst>
            <a:gd name="adj" fmla="val 9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4C0BA80-C88A-4BAA-9C97-8A51A7AC4B73}">
      <dsp:nvSpPr>
        <dsp:cNvPr id="0" name=""/>
        <dsp:cNvSpPr/>
      </dsp:nvSpPr>
      <dsp:spPr>
        <a:xfrm>
          <a:off x="3832873" y="1"/>
          <a:ext cx="261368" cy="2613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3" tIns="10143" rIns="10143" bIns="101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5</a:t>
          </a:r>
        </a:p>
      </dsp:txBody>
      <dsp:txXfrm>
        <a:off x="3871149" y="38277"/>
        <a:ext cx="184816" cy="184816"/>
      </dsp:txXfrm>
    </dsp:sp>
    <dsp:sp modelId="{CCA8187B-C56D-4D59-AF5C-85DADBBCA022}">
      <dsp:nvSpPr>
        <dsp:cNvPr id="0" name=""/>
        <dsp:cNvSpPr/>
      </dsp:nvSpPr>
      <dsp:spPr>
        <a:xfrm>
          <a:off x="3563276" y="426966"/>
          <a:ext cx="800562" cy="68992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149" tIns="165100" rIns="6314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Implementation</a:t>
          </a:r>
        </a:p>
      </dsp:txBody>
      <dsp:txXfrm>
        <a:off x="3563276" y="564950"/>
        <a:ext cx="800562" cy="551936"/>
      </dsp:txXfrm>
    </dsp:sp>
    <dsp:sp modelId="{E9E443A8-B84C-4352-ACC0-4D229152D660}">
      <dsp:nvSpPr>
        <dsp:cNvPr id="0" name=""/>
        <dsp:cNvSpPr/>
      </dsp:nvSpPr>
      <dsp:spPr>
        <a:xfrm>
          <a:off x="4452790" y="130648"/>
          <a:ext cx="400281" cy="7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9A2457F-AFFD-43E4-96D8-BDD3B6D090EE}">
      <dsp:nvSpPr>
        <dsp:cNvPr id="0" name=""/>
        <dsp:cNvSpPr/>
      </dsp:nvSpPr>
      <dsp:spPr>
        <a:xfrm>
          <a:off x="4722387" y="0"/>
          <a:ext cx="261368" cy="26136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0143" tIns="10143" rIns="10143" bIns="1014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6</a:t>
          </a:r>
        </a:p>
      </dsp:txBody>
      <dsp:txXfrm>
        <a:off x="4760663" y="38276"/>
        <a:ext cx="184816" cy="184816"/>
      </dsp:txXfrm>
    </dsp:sp>
    <dsp:sp modelId="{2A6ECE9E-C59F-4E28-B3EA-5C1DFF4BA882}">
      <dsp:nvSpPr>
        <dsp:cNvPr id="0" name=""/>
        <dsp:cNvSpPr/>
      </dsp:nvSpPr>
      <dsp:spPr>
        <a:xfrm>
          <a:off x="4452790" y="426966"/>
          <a:ext cx="800562" cy="689920"/>
        </a:xfrm>
        <a:prstGeom prst="upArrowCallout">
          <a:avLst>
            <a:gd name="adj1" fmla="val 50000"/>
            <a:gd name="adj2" fmla="val 20000"/>
            <a:gd name="adj3" fmla="val 20000"/>
            <a:gd name="adj4" fmla="val 10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63149" tIns="165100" rIns="63149" bIns="16510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Test Report</a:t>
          </a:r>
        </a:p>
      </dsp:txBody>
      <dsp:txXfrm>
        <a:off x="4452790" y="564950"/>
        <a:ext cx="800562" cy="5519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26479-5FEF-48F3-8A7C-6D6677EB3016}">
      <dsp:nvSpPr>
        <dsp:cNvPr id="0" name=""/>
        <dsp:cNvSpPr/>
      </dsp:nvSpPr>
      <dsp:spPr>
        <a:xfrm>
          <a:off x="1206" y="392046"/>
          <a:ext cx="2822339" cy="1411169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Technical Growth &amp; Problem Solving</a:t>
          </a:r>
        </a:p>
      </dsp:txBody>
      <dsp:txXfrm>
        <a:off x="42538" y="433378"/>
        <a:ext cx="2739675" cy="1328505"/>
      </dsp:txXfrm>
    </dsp:sp>
    <dsp:sp modelId="{5EE33899-3BAF-4743-81F5-0F81246340DD}">
      <dsp:nvSpPr>
        <dsp:cNvPr id="0" name=""/>
        <dsp:cNvSpPr/>
      </dsp:nvSpPr>
      <dsp:spPr>
        <a:xfrm>
          <a:off x="283440" y="1803216"/>
          <a:ext cx="282233" cy="1058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8377"/>
              </a:lnTo>
              <a:lnTo>
                <a:pt x="282233" y="1058377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1FA35A-6B92-4325-92EA-AFA20F44862E}">
      <dsp:nvSpPr>
        <dsp:cNvPr id="0" name=""/>
        <dsp:cNvSpPr/>
      </dsp:nvSpPr>
      <dsp:spPr>
        <a:xfrm>
          <a:off x="565673" y="2156008"/>
          <a:ext cx="2257871" cy="141116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Agile approach, asynchronous data fetching, RESTful API and React Component integration </a:t>
          </a:r>
        </a:p>
      </dsp:txBody>
      <dsp:txXfrm>
        <a:off x="607005" y="2197340"/>
        <a:ext cx="2175207" cy="1328505"/>
      </dsp:txXfrm>
    </dsp:sp>
    <dsp:sp modelId="{D796D048-5AE1-44A5-9056-DE9AFB0B5373}">
      <dsp:nvSpPr>
        <dsp:cNvPr id="0" name=""/>
        <dsp:cNvSpPr/>
      </dsp:nvSpPr>
      <dsp:spPr>
        <a:xfrm>
          <a:off x="3529130" y="392046"/>
          <a:ext cx="2822339" cy="1411169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Team Dynamics &amp; Collaboration</a:t>
          </a:r>
        </a:p>
      </dsp:txBody>
      <dsp:txXfrm>
        <a:off x="3570462" y="433378"/>
        <a:ext cx="2739675" cy="1328505"/>
      </dsp:txXfrm>
    </dsp:sp>
    <dsp:sp modelId="{68C677E4-47FB-4ECC-BA43-D7465665D4C0}">
      <dsp:nvSpPr>
        <dsp:cNvPr id="0" name=""/>
        <dsp:cNvSpPr/>
      </dsp:nvSpPr>
      <dsp:spPr>
        <a:xfrm>
          <a:off x="3811364" y="1803216"/>
          <a:ext cx="282233" cy="1058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8377"/>
              </a:lnTo>
              <a:lnTo>
                <a:pt x="282233" y="1058377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F0475F-2E81-49B5-B24C-5BF959431376}">
      <dsp:nvSpPr>
        <dsp:cNvPr id="0" name=""/>
        <dsp:cNvSpPr/>
      </dsp:nvSpPr>
      <dsp:spPr>
        <a:xfrm>
          <a:off x="4093598" y="2156008"/>
          <a:ext cx="2257871" cy="141116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Work distribution and accommodation, after class group work, use of Discord</a:t>
          </a:r>
        </a:p>
      </dsp:txBody>
      <dsp:txXfrm>
        <a:off x="4134930" y="2197340"/>
        <a:ext cx="2175207" cy="1328505"/>
      </dsp:txXfrm>
    </dsp:sp>
    <dsp:sp modelId="{4F62ED47-EAD6-43D3-A27F-B4C52AC97E16}">
      <dsp:nvSpPr>
        <dsp:cNvPr id="0" name=""/>
        <dsp:cNvSpPr/>
      </dsp:nvSpPr>
      <dsp:spPr>
        <a:xfrm>
          <a:off x="7057054" y="392046"/>
          <a:ext cx="2822339" cy="1411169"/>
        </a:xfrm>
        <a:prstGeom prst="roundRect">
          <a:avLst>
            <a:gd name="adj" fmla="val 10000"/>
          </a:avLst>
        </a:prstGeom>
        <a:solidFill>
          <a:schemeClr val="bg2">
            <a:lumMod val="2500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35560" rIns="5334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800" kern="1200" dirty="0"/>
            <a:t>SDLC &amp; Project Management</a:t>
          </a:r>
        </a:p>
      </dsp:txBody>
      <dsp:txXfrm>
        <a:off x="7098386" y="433378"/>
        <a:ext cx="2739675" cy="1328505"/>
      </dsp:txXfrm>
    </dsp:sp>
    <dsp:sp modelId="{6BAA86A7-3784-4DC4-901E-5A1A56E4E6A8}">
      <dsp:nvSpPr>
        <dsp:cNvPr id="0" name=""/>
        <dsp:cNvSpPr/>
      </dsp:nvSpPr>
      <dsp:spPr>
        <a:xfrm>
          <a:off x="7339288" y="1803216"/>
          <a:ext cx="282233" cy="105837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8377"/>
              </a:lnTo>
              <a:lnTo>
                <a:pt x="282233" y="1058377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4895F1-70E8-4E99-A7BE-B92595296785}">
      <dsp:nvSpPr>
        <dsp:cNvPr id="0" name=""/>
        <dsp:cNvSpPr/>
      </dsp:nvSpPr>
      <dsp:spPr>
        <a:xfrm>
          <a:off x="7621522" y="2156008"/>
          <a:ext cx="2257871" cy="1411169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85" tIns="21590" rIns="32385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 management, version control - Git and GitHub, client - team communication</a:t>
          </a:r>
        </a:p>
      </dsp:txBody>
      <dsp:txXfrm>
        <a:off x="7662854" y="2197340"/>
        <a:ext cx="2175207" cy="132850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5B9879-7B4B-45DE-A237-69D1D2356524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1113478-4190-44F2-A2D1-9E34CAAC2C7B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D63EBC1-F382-4E5D-916F-88B4F117D1C8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Robust Security</a:t>
          </a:r>
          <a:r>
            <a:rPr lang="en-US" sz="2100" kern="1200" dirty="0"/>
            <a:t>: Features </a:t>
          </a:r>
          <a:r>
            <a:rPr lang="en-US" sz="2100" b="1" kern="1200" dirty="0"/>
            <a:t>password encryption</a:t>
          </a:r>
          <a:r>
            <a:rPr lang="en-US" sz="2100" kern="1200" dirty="0"/>
            <a:t> and a </a:t>
          </a:r>
          <a:r>
            <a:rPr lang="en-US" sz="2100" b="1" kern="1200" dirty="0"/>
            <a:t>password reset</a:t>
          </a:r>
          <a:r>
            <a:rPr lang="en-US" sz="2100" kern="1200" dirty="0"/>
            <a:t> process</a:t>
          </a:r>
        </a:p>
      </dsp:txBody>
      <dsp:txXfrm>
        <a:off x="1435590" y="531"/>
        <a:ext cx="9080009" cy="1242935"/>
      </dsp:txXfrm>
    </dsp:sp>
    <dsp:sp modelId="{72D4B323-4CBA-40E8-843D-F1D320DF981C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CE30F06-CB80-43B6-A1BB-707A6D0E4685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4AB7333-5E36-4AB8-827F-D23D88862357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Personalized Experience:</a:t>
          </a:r>
          <a:r>
            <a:rPr lang="en-US" sz="2100" kern="1200" dirty="0"/>
            <a:t> Allows users to </a:t>
          </a:r>
          <a:r>
            <a:rPr lang="en-US" sz="2100" b="1" kern="1200" dirty="0"/>
            <a:t>manage and customize a list of favorite locations</a:t>
          </a:r>
          <a:r>
            <a:rPr lang="en-US" sz="2100" kern="1200" dirty="0"/>
            <a:t> for instant forecasts</a:t>
          </a:r>
        </a:p>
      </dsp:txBody>
      <dsp:txXfrm>
        <a:off x="1435590" y="1554201"/>
        <a:ext cx="9080009" cy="1242935"/>
      </dsp:txXfrm>
    </dsp:sp>
    <dsp:sp modelId="{B1B486F7-ABF0-48A0-9D8E-54BC9B3C9116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dk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604B708-9786-49F3-83B9-711196C35311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82FE0D5-EDAD-4C6F-AFAC-F869F0C0AC0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Enhanced Map Interactivity:</a:t>
          </a:r>
          <a:r>
            <a:rPr lang="en-US" sz="2100" kern="1200" dirty="0"/>
            <a:t> Enables users to </a:t>
          </a:r>
          <a:r>
            <a:rPr lang="en-US" sz="2100" b="1" kern="1200" dirty="0"/>
            <a:t>search for specific locations</a:t>
          </a:r>
          <a:r>
            <a:rPr lang="en-US" sz="2100" kern="1200" dirty="0"/>
            <a:t> on the map, supported by </a:t>
          </a:r>
          <a:r>
            <a:rPr lang="en-US" sz="2100" b="1" kern="1200" dirty="0"/>
            <a:t>dynamic interaction</a:t>
          </a:r>
          <a:r>
            <a:rPr lang="en-US" sz="2100" kern="1200" dirty="0"/>
            <a:t> capabilities (zooming, panning, etc.)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ArrowProcessNumbered">
  <dgm:title val="Linear Arrow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shape called UpArrowCallout. Also the nodes are connected by an arrow like shape emphasizing the process natur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6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2.1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if>
                <dgm:else name="ifMoreThanOneNode">
                  <dgm:constrLst>
                    <dgm:constr type="h"/>
                    <dgm:constr type="h" for="ch" forName="lineNode" val="0.002"/>
                    <dgm:constr type="w" for="ch" forName="lineNode" refType="w" fact="0.4"/>
                    <dgm:constr type="l" for="ch" forName="lineNode" refType="w" fact="0.5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924"/>
                    <dgm:constr type="t" for="ch" forName="lineArrowNode" refType="h" fact="0.18"/>
                    <dgm:constr type="ctrY" for="ch" forName="lineNode" refType="ctrY" refFor="ch" refForName="sibTransNodeCircle"/>
                    <dgm:constr type="h" for="ch" forName="sibTransNodeCircle" refType="h" fact="0.9"/>
                    <dgm:constr type="w" for="ch" forName="sibTransNodeCircle" refType="h" refFor="ch" refForName="sibTransNodeCircle"/>
                    <dgm:constr type="ctrX" for="ch" forName="sibTransNodeCircle" refType="w" fact="0.4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4.6"/>
                  </dgm:constrLst>
                </dgm:else>
              </dgm:choose>
            </dgm:if>
            <dgm:if name="ifLastNode" axis="self" ptType="node" func="revPos" op="equ" val="1">
              <dgm:constrLst>
                <dgm:constr type="h"/>
                <dgm:constr type="h" for="ch" forName="lineNode" val="0.002"/>
                <dgm:constr type="w" for="ch" forName="lineNode" refType="w" fact="0.45"/>
                <dgm:constr type="w" for="ch" forName="lineArrowNode" refType="w" fact="0"/>
                <dgm:constr type="h" for="ch" forName="lineArrowNode" refType="h" fact="0"/>
                <dgm:constr type="ctrY" for="ch" forName="lineNode" refType="ctrY" refFor="ch" refForName="sibTransNodeCircle"/>
                <dgm:constr type="h" for="ch" forName="sibTransNodeCircle" refType="h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if>
            <dgm:else name="allOtherNodes">
              <dgm:constrLst>
                <dgm:constr type="h"/>
                <dgm:constr type="h" for="ch" forName="lineNode" val="0.002"/>
                <dgm:constr type="w" for="ch" forName="lineNode" refType="w" fact="0.9"/>
                <dgm:constr type="w" for="ch" forName="lineArrowNode" refType="w" fact="0.046"/>
                <dgm:constr type="h" for="ch" forName="lineArrowNode" refType="h" fact="0.18"/>
                <dgm:constr type="l" for="ch" forName="lineArrowNode" refType="w" fact="0.924"/>
                <dgm:constr type="t" for="ch" forName="lineArrowNode" refType="h" fact="0.18"/>
                <dgm:constr type="ctrY" for="ch" forName="lineNode" refType="ctrY" refFor="ch" refForName="sibTransNodeCircle"/>
                <dgm:constr type="h" for="ch" forName="sibTransNodeCircle" refType="h" fact="0.9"/>
                <dgm:constr type="w" for="ch" forName="sibTransNodeCircle" refType="h" refFor="ch" refForName="sibTransNodeCircle"/>
                <dgm:constr type="ctrX" for="ch" forName="sibTransNodeCircle" refType="w" fact="0.45"/>
                <dgm:constr type="ctrY" for="ch" forName="sibTransNodeCircle" refType="h" fact="0.25"/>
                <dgm:constr type="t" for="ch" forName="spacerBetweenCircleAndCallout" refType="b" refFor="ch" refForName="sibTransNodeCircle"/>
                <dgm:constr type="h" for="ch" forName="spacerBetweenCircleAndCallout" val="4.6"/>
              </dgm:constrLst>
            </dgm:else>
          </dgm:choose>
          <dgm:layoutNode name="lineNode" styleLbl="alignAccFollow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AccFollowNode1">
            <dgm:alg type="sp"/>
            <dgm:shape xmlns:r="http://schemas.openxmlformats.org/officeDocument/2006/relationships" type="chevron" r:blip="">
              <dgm:adjLst>
                <dgm:adj idx="1" val="0.9"/>
              </dgm:adjLst>
            </dgm:shape>
            <dgm:presOf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</dgm:forEach>
          <dgm:presOf/>
          <dgm:ruleLst/>
        </dgm:layoutNode>
        <dgm:layoutNode name="nodeText" styleLbl="alignAccFollowNode1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upArrowCallout" r:blip="">
            <dgm:adjLst>
              <dgm:adj idx="1" val="0.5"/>
              <dgm:adj idx="2" val="0.2"/>
              <dgm:adj idx="3" val="0.2"/>
              <dgm:adj idx="4" val="1"/>
            </dgm:adjLst>
          </dgm:shape>
          <dgm:presOf axis="desOrSelf" ptType="node"/>
          <dgm:constrLst>
            <dgm:constr type="secFontSz" val="16"/>
            <dgm:constr type="primFontSz" val="26"/>
            <dgm:constr type="h"/>
            <dgm:constr type="tMarg" val="13"/>
            <dgm:constr type="lMarg" refType="w" fact="0.2236"/>
            <dgm:constr type="rMarg" refType="w" fact="0.2236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8F842-4A2D-F01C-8465-A511F52961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8C2B8B-363D-9216-04A2-4D999F83E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289F1-61C3-4AE5-16B4-85E07A0EC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FF607-C682-0727-22F5-2CE4A967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A59BE-0305-2676-A5F3-3894738E7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1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161A9-7BAF-DC83-C2F0-BEFE79055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413BB-CE81-C0FC-B9F5-74F2BEF8D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4C9A8-60CC-408C-89E5-FA2807E0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06832-064D-20E9-86A5-998A2006D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75B74-A36A-74B5-BD94-42B946F87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EA8F7-F878-8D57-F61E-5840D6DD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42C0C-16A2-165E-5540-B091D4BA9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5A808-2527-8994-D1D2-1C3FED016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79E91-8775-11D0-2592-E260D9D68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7369F-05D2-125B-9DCD-30751431D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9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8366-EFDD-9FC3-6972-9A52BCA9E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B49B3-BFD0-F7EB-E6E5-3D54CD19D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68C37-21AC-BE7B-0681-3A4FE668E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EEAED-0857-090F-86B7-DAC6C087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0E2D0-0C30-B575-4E82-7C2B4C752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991BF1-33FD-449C-B421-7FE52064B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75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736F7-D80A-CCB0-6AAA-85D63BB13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80888-1830-4436-890A-2BC55F172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92EF4-CD48-8016-3F65-F92CE66EA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321031-2459-27A0-4D92-136296934A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ABCBA5-650D-599B-CCFF-05B036FC4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D35B2-6E5B-E357-E5C1-86F78368B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B1538A-E366-44BB-E555-23A115034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0E84C-674E-9266-6598-3AFC41F11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341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9E357-82BE-836B-24B1-ACC70609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18E317-468F-52D8-77E0-5C16EFC4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21867F-367E-DF37-E5DD-57DE34B64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4021A9-0B06-EC59-F7DB-8CBA2E23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89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D9A5D8-9B40-3C98-6278-D428482A6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9716F-2EFA-C9DC-8B86-633B0AB4E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4CD0A0-1639-AC4F-8815-E290B8C6A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90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5261-6895-4B65-E044-672785B66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CF89F-960B-94CE-3A72-B9C6B4C21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5D508-8E4D-C9AC-C61E-D12B69530D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1CE70-0198-0789-4D90-E4053851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8C662-0F0D-FC56-107B-502F9E299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49C13-EDBB-5F8B-22ED-11FC254A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67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7EDCD-E069-C8CA-DED5-CD7AC7EC0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42D2E0-65DA-CBB3-6E30-05EDD17CA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24BAD-3395-02EE-8809-160B5862F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7F9A8-27C4-3A53-5503-069BF2EC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EC0F5-DB3D-9808-8F4A-B6E3870BF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B77EE-FFC0-5C06-86B1-769AB9748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33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C27A9-29B4-1765-6B4C-F2DE50A6F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0FC81D-2777-2F4D-743E-8E4AE8364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31B25-1A5D-4619-9500-7DAFFB950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7D195-72CA-A6EC-355D-B7E286D74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CF539-1A42-321E-774E-401EB4B62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6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F03A0A-B78A-C86D-C211-9EA8C72CEF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4D8D65-BEA2-1B64-6DEC-E07ECCB75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2CEA0-C0C4-C416-A85F-303301EEF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29196-34FC-A151-46DD-D7D1B3C2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CB0E4-819F-0CA6-2E9D-26BF60B3A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90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81A554-E73D-1483-A9CC-505855F8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4B74AF-801A-7A75-7D72-20C3C61E7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51D68-3FCD-0707-20F8-BB141D13C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93522B-4603-4C35-BF04-CE82BFEEDEEC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224CF-FA9D-9254-26DF-7D275D8918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50CD7-0D1F-589D-99F7-9A0A2C48E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FF282B-1176-4633-991F-7B829FCF42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34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microsoft.com/office/2007/relationships/diagramDrawing" Target="../diagrams/drawing2.xml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12" Type="http://schemas.openxmlformats.org/officeDocument/2006/relationships/diagramColors" Target="../diagrams/colors2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svg"/><Relationship Id="rId11" Type="http://schemas.openxmlformats.org/officeDocument/2006/relationships/diagramQuickStyle" Target="../diagrams/quickStyle2.xml"/><Relationship Id="rId5" Type="http://schemas.openxmlformats.org/officeDocument/2006/relationships/image" Target="../media/image13.png"/><Relationship Id="rId15" Type="http://schemas.openxmlformats.org/officeDocument/2006/relationships/image" Target="../media/image18.png"/><Relationship Id="rId10" Type="http://schemas.openxmlformats.org/officeDocument/2006/relationships/diagramLayout" Target="../diagrams/layout2.xml"/><Relationship Id="rId4" Type="http://schemas.openxmlformats.org/officeDocument/2006/relationships/image" Target="../media/image12.png"/><Relationship Id="rId9" Type="http://schemas.openxmlformats.org/officeDocument/2006/relationships/diagramData" Target="../diagrams/data2.xml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svg"/><Relationship Id="rId3" Type="http://schemas.openxmlformats.org/officeDocument/2006/relationships/image" Target="../media/image28.sv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svg"/><Relationship Id="rId11" Type="http://schemas.openxmlformats.org/officeDocument/2006/relationships/image" Target="../media/image36.sv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73035C9-93C9-4A1C-B191-8129054E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97530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ABA4CE-7643-F062-B926-B903C248B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87696" y="2516765"/>
            <a:ext cx="3768917" cy="912234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J.A.K.E. Weather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60960-2C4B-2E37-8D75-5F68F036E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87696" y="3656491"/>
            <a:ext cx="3665550" cy="775494"/>
          </a:xfrm>
        </p:spPr>
        <p:txBody>
          <a:bodyPr>
            <a:normAutofit/>
          </a:bodyPr>
          <a:lstStyle/>
          <a:p>
            <a:pPr algn="l"/>
            <a:r>
              <a:rPr lang="en-US" sz="1900" dirty="0">
                <a:solidFill>
                  <a:schemeClr val="bg1"/>
                </a:solidFill>
              </a:rPr>
              <a:t>Jaewon Heo, Alex Ryse,</a:t>
            </a:r>
          </a:p>
          <a:p>
            <a:pPr algn="l"/>
            <a:r>
              <a:rPr lang="en-US" sz="1900" dirty="0">
                <a:solidFill>
                  <a:schemeClr val="bg1"/>
                </a:solidFill>
              </a:rPr>
              <a:t>Katelyn Wildermuth, Eva Santana</a:t>
            </a:r>
          </a:p>
        </p:txBody>
      </p:sp>
      <p:pic>
        <p:nvPicPr>
          <p:cNvPr id="5" name="Picture 4" descr="A logo of a weather forecast&#10;&#10;AI-generated content may be incorrect.">
            <a:extLst>
              <a:ext uri="{FF2B5EF4-FFF2-40B4-BE49-F238E27FC236}">
                <a16:creationId xmlns:a16="http://schemas.microsoft.com/office/drawing/2014/main" id="{B9B78EF7-EB6C-A8B3-413D-4CCDB58F2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38754" y="1243422"/>
            <a:ext cx="4371155" cy="4371155"/>
          </a:xfrm>
          <a:prstGeom prst="rect">
            <a:avLst/>
          </a:prstGeom>
          <a:effectLst>
            <a:outerShdw blurRad="457200" dist="101600" dir="3000000" sx="104000" sy="104000" algn="ctr" rotWithShape="0">
              <a:srgbClr val="000000">
                <a:alpha val="49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18933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71DAB1-EF21-902B-46AC-4F5539972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0" cy="1688641"/>
          </a:xfrm>
          <a:solidFill>
            <a:schemeClr val="bg2">
              <a:lumMod val="25000"/>
            </a:schemeClr>
          </a:solidFill>
        </p:spPr>
        <p:txBody>
          <a:bodyPr anchor="t">
            <a:normAutofit fontScale="90000"/>
          </a:bodyPr>
          <a:lstStyle/>
          <a:p>
            <a:br>
              <a:rPr lang="en-US" sz="4000" dirty="0">
                <a:solidFill>
                  <a:schemeClr val="bg1"/>
                </a:solidFill>
              </a:rPr>
            </a:b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	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1F546-F1CD-E905-ED8D-9BE94A091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dirty="0"/>
              <a:t>What is J.A.K.E. Weather?</a:t>
            </a:r>
          </a:p>
          <a:p>
            <a:r>
              <a:rPr lang="en-US" sz="2400" dirty="0"/>
              <a:t>Development Process</a:t>
            </a:r>
          </a:p>
          <a:p>
            <a:r>
              <a:rPr lang="en-US" sz="2400" dirty="0"/>
              <a:t>Key Learnings &amp; Reflections</a:t>
            </a:r>
          </a:p>
          <a:p>
            <a:r>
              <a:rPr lang="en-US" sz="2400" dirty="0"/>
              <a:t>Tech Stack</a:t>
            </a:r>
          </a:p>
          <a:p>
            <a:r>
              <a:rPr lang="en-US" sz="2400" dirty="0"/>
              <a:t>Tools &amp; Integrations</a:t>
            </a:r>
          </a:p>
          <a:p>
            <a:r>
              <a:rPr lang="en-US" sz="2400" dirty="0"/>
              <a:t>Additional Features</a:t>
            </a:r>
          </a:p>
          <a:p>
            <a:r>
              <a:rPr lang="en-US" sz="2400" dirty="0"/>
              <a:t>Live Demo</a:t>
            </a:r>
          </a:p>
          <a:p>
            <a:r>
              <a:rPr lang="en-US" sz="2400" dirty="0"/>
              <a:t>Questions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9422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78051E-A62D-2D73-187F-57CC544E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F949-2752-02C7-2BBB-CEC24A02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What is J.A.K.E. Weather?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540EC4-6C8A-DA17-1D84-E5F1B154C6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81170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404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4A79A-3D2D-690C-C1A3-DCDA17032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DF790-8B4B-BD30-8075-1C187A22A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392" y="4528334"/>
            <a:ext cx="4937937" cy="11471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Development Process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C20267F5-D4E6-477A-A590-81F2ABD1B8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85109" y="2382976"/>
            <a:ext cx="1920240" cy="1920240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F6E384F5-137A-40B1-97F0-694CC6ECD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122218"/>
            <a:ext cx="3730752" cy="4735782"/>
          </a:xfrm>
          <a:custGeom>
            <a:avLst/>
            <a:gdLst>
              <a:gd name="connsiteX0" fmla="*/ 640080 w 3730752"/>
              <a:gd name="connsiteY0" fmla="*/ 0 h 4735782"/>
              <a:gd name="connsiteX1" fmla="*/ 3730752 w 3730752"/>
              <a:gd name="connsiteY1" fmla="*/ 3090672 h 4735782"/>
              <a:gd name="connsiteX2" fmla="*/ 3357725 w 3730752"/>
              <a:gd name="connsiteY2" fmla="*/ 4563870 h 4735782"/>
              <a:gd name="connsiteX3" fmla="*/ 3253285 w 3730752"/>
              <a:gd name="connsiteY3" fmla="*/ 4735782 h 4735782"/>
              <a:gd name="connsiteX4" fmla="*/ 0 w 3730752"/>
              <a:gd name="connsiteY4" fmla="*/ 4735782 h 4735782"/>
              <a:gd name="connsiteX5" fmla="*/ 0 w 3730752"/>
              <a:gd name="connsiteY5" fmla="*/ 67215 h 4735782"/>
              <a:gd name="connsiteX6" fmla="*/ 17202 w 3730752"/>
              <a:gd name="connsiteY6" fmla="*/ 62792 h 4735782"/>
              <a:gd name="connsiteX7" fmla="*/ 640080 w 3730752"/>
              <a:gd name="connsiteY7" fmla="*/ 0 h 4735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30752" h="4735782">
                <a:moveTo>
                  <a:pt x="640080" y="0"/>
                </a:moveTo>
                <a:cubicBezTo>
                  <a:pt x="2347011" y="0"/>
                  <a:pt x="3730752" y="1383741"/>
                  <a:pt x="3730752" y="3090672"/>
                </a:cubicBezTo>
                <a:cubicBezTo>
                  <a:pt x="3730752" y="3624088"/>
                  <a:pt x="3595621" y="4125943"/>
                  <a:pt x="3357725" y="4563870"/>
                </a:cubicBezTo>
                <a:lnTo>
                  <a:pt x="3253285" y="4735782"/>
                </a:lnTo>
                <a:lnTo>
                  <a:pt x="0" y="4735782"/>
                </a:lnTo>
                <a:lnTo>
                  <a:pt x="0" y="67215"/>
                </a:lnTo>
                <a:lnTo>
                  <a:pt x="17202" y="62792"/>
                </a:lnTo>
                <a:cubicBezTo>
                  <a:pt x="218397" y="21621"/>
                  <a:pt x="426714" y="0"/>
                  <a:pt x="64008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Freeform: Shape 50" hidden="1">
            <a:extLst>
              <a:ext uri="{FF2B5EF4-FFF2-40B4-BE49-F238E27FC236}">
                <a16:creationId xmlns:a16="http://schemas.microsoft.com/office/drawing/2014/main" id="{9DBC4630-03DA-474F-BBCB-BA3AE6B317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1982" y="-4332"/>
            <a:ext cx="4242816" cy="2454158"/>
          </a:xfrm>
          <a:custGeom>
            <a:avLst/>
            <a:gdLst>
              <a:gd name="connsiteX0" fmla="*/ 28633 w 4242816"/>
              <a:gd name="connsiteY0" fmla="*/ 0 h 2454158"/>
              <a:gd name="connsiteX1" fmla="*/ 4214183 w 4242816"/>
              <a:gd name="connsiteY1" fmla="*/ 0 h 2454158"/>
              <a:gd name="connsiteX2" fmla="*/ 4231864 w 4242816"/>
              <a:gd name="connsiteY2" fmla="*/ 115848 h 2454158"/>
              <a:gd name="connsiteX3" fmla="*/ 4242816 w 4242816"/>
              <a:gd name="connsiteY3" fmla="*/ 332750 h 2454158"/>
              <a:gd name="connsiteX4" fmla="*/ 2121408 w 4242816"/>
              <a:gd name="connsiteY4" fmla="*/ 2454158 h 2454158"/>
              <a:gd name="connsiteX5" fmla="*/ 0 w 4242816"/>
              <a:gd name="connsiteY5" fmla="*/ 332750 h 2454158"/>
              <a:gd name="connsiteX6" fmla="*/ 10953 w 4242816"/>
              <a:gd name="connsiteY6" fmla="*/ 115848 h 245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42816" h="2454158">
                <a:moveTo>
                  <a:pt x="28633" y="0"/>
                </a:moveTo>
                <a:lnTo>
                  <a:pt x="4214183" y="0"/>
                </a:lnTo>
                <a:lnTo>
                  <a:pt x="4231864" y="115848"/>
                </a:lnTo>
                <a:cubicBezTo>
                  <a:pt x="4239106" y="187164"/>
                  <a:pt x="4242816" y="259524"/>
                  <a:pt x="4242816" y="332750"/>
                </a:cubicBezTo>
                <a:cubicBezTo>
                  <a:pt x="4242816" y="1504371"/>
                  <a:pt x="3293029" y="2454158"/>
                  <a:pt x="2121408" y="2454158"/>
                </a:cubicBezTo>
                <a:cubicBezTo>
                  <a:pt x="949787" y="2454158"/>
                  <a:pt x="0" y="1504371"/>
                  <a:pt x="0" y="332750"/>
                </a:cubicBezTo>
                <a:cubicBezTo>
                  <a:pt x="0" y="259524"/>
                  <a:pt x="3710" y="187164"/>
                  <a:pt x="10953" y="115848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Freeform: Shape 52" hidden="1">
            <a:extLst>
              <a:ext uri="{FF2B5EF4-FFF2-40B4-BE49-F238E27FC236}">
                <a16:creationId xmlns:a16="http://schemas.microsoft.com/office/drawing/2014/main" id="{DB6FE6A8-3E05-4C40-9190-B19BFD5244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574" y="0"/>
            <a:ext cx="3913632" cy="2285234"/>
          </a:xfrm>
          <a:custGeom>
            <a:avLst/>
            <a:gdLst>
              <a:gd name="connsiteX0" fmla="*/ 29691 w 3913632"/>
              <a:gd name="connsiteY0" fmla="*/ 0 h 2285234"/>
              <a:gd name="connsiteX1" fmla="*/ 3883942 w 3913632"/>
              <a:gd name="connsiteY1" fmla="*/ 0 h 2285234"/>
              <a:gd name="connsiteX2" fmla="*/ 3903529 w 3913632"/>
              <a:gd name="connsiteY2" fmla="*/ 128345 h 2285234"/>
              <a:gd name="connsiteX3" fmla="*/ 3913632 w 3913632"/>
              <a:gd name="connsiteY3" fmla="*/ 328418 h 2285234"/>
              <a:gd name="connsiteX4" fmla="*/ 1956816 w 3913632"/>
              <a:gd name="connsiteY4" fmla="*/ 2285234 h 2285234"/>
              <a:gd name="connsiteX5" fmla="*/ 0 w 3913632"/>
              <a:gd name="connsiteY5" fmla="*/ 328418 h 2285234"/>
              <a:gd name="connsiteX6" fmla="*/ 10103 w 3913632"/>
              <a:gd name="connsiteY6" fmla="*/ 128345 h 22852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632" h="2285234">
                <a:moveTo>
                  <a:pt x="29691" y="0"/>
                </a:moveTo>
                <a:lnTo>
                  <a:pt x="3883942" y="0"/>
                </a:lnTo>
                <a:lnTo>
                  <a:pt x="3903529" y="128345"/>
                </a:lnTo>
                <a:cubicBezTo>
                  <a:pt x="3910210" y="194127"/>
                  <a:pt x="3913632" y="260873"/>
                  <a:pt x="3913632" y="328418"/>
                </a:cubicBezTo>
                <a:cubicBezTo>
                  <a:pt x="3913632" y="1409138"/>
                  <a:pt x="3037536" y="2285234"/>
                  <a:pt x="1956816" y="2285234"/>
                </a:cubicBezTo>
                <a:cubicBezTo>
                  <a:pt x="876096" y="2285234"/>
                  <a:pt x="0" y="1409138"/>
                  <a:pt x="0" y="328418"/>
                </a:cubicBezTo>
                <a:cubicBezTo>
                  <a:pt x="0" y="260873"/>
                  <a:pt x="3422" y="194127"/>
                  <a:pt x="10103" y="1283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38315451-BA4E-4F56-BA8A-9CCCA5A0D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2288331"/>
            <a:ext cx="3564638" cy="4569668"/>
          </a:xfrm>
          <a:custGeom>
            <a:avLst/>
            <a:gdLst>
              <a:gd name="connsiteX0" fmla="*/ 640080 w 3564638"/>
              <a:gd name="connsiteY0" fmla="*/ 0 h 4569668"/>
              <a:gd name="connsiteX1" fmla="*/ 3564638 w 3564638"/>
              <a:gd name="connsiteY1" fmla="*/ 2924558 h 4569668"/>
              <a:gd name="connsiteX2" fmla="*/ 3065170 w 3564638"/>
              <a:gd name="connsiteY2" fmla="*/ 4559707 h 4569668"/>
              <a:gd name="connsiteX3" fmla="*/ 3057720 w 3564638"/>
              <a:gd name="connsiteY3" fmla="*/ 4569668 h 4569668"/>
              <a:gd name="connsiteX4" fmla="*/ 0 w 3564638"/>
              <a:gd name="connsiteY4" fmla="*/ 4569668 h 4569668"/>
              <a:gd name="connsiteX5" fmla="*/ 0 w 3564638"/>
              <a:gd name="connsiteY5" fmla="*/ 72448 h 4569668"/>
              <a:gd name="connsiteX6" fmla="*/ 50679 w 3564638"/>
              <a:gd name="connsiteY6" fmla="*/ 59417 h 4569668"/>
              <a:gd name="connsiteX7" fmla="*/ 640080 w 3564638"/>
              <a:gd name="connsiteY7" fmla="*/ 0 h 4569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64638" h="4569668">
                <a:moveTo>
                  <a:pt x="640080" y="0"/>
                </a:moveTo>
                <a:cubicBezTo>
                  <a:pt x="2255269" y="0"/>
                  <a:pt x="3564638" y="1309369"/>
                  <a:pt x="3564638" y="2924558"/>
                </a:cubicBezTo>
                <a:cubicBezTo>
                  <a:pt x="3564638" y="3530254"/>
                  <a:pt x="3380508" y="4092944"/>
                  <a:pt x="3065170" y="4559707"/>
                </a:cubicBezTo>
                <a:lnTo>
                  <a:pt x="3057720" y="4569668"/>
                </a:lnTo>
                <a:lnTo>
                  <a:pt x="0" y="4569668"/>
                </a:lnTo>
                <a:lnTo>
                  <a:pt x="0" y="72448"/>
                </a:lnTo>
                <a:lnTo>
                  <a:pt x="50679" y="59417"/>
                </a:lnTo>
                <a:cubicBezTo>
                  <a:pt x="241061" y="20459"/>
                  <a:pt x="438181" y="0"/>
                  <a:pt x="64008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5665E03E-3504-4366-BFC7-0CDEDC637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9701" y="2547568"/>
            <a:ext cx="1591056" cy="1591056"/>
          </a:xfrm>
          <a:custGeom>
            <a:avLst/>
            <a:gdLst>
              <a:gd name="connsiteX0" fmla="*/ 795528 w 1591056"/>
              <a:gd name="connsiteY0" fmla="*/ 0 h 1591056"/>
              <a:gd name="connsiteX1" fmla="*/ 1591056 w 1591056"/>
              <a:gd name="connsiteY1" fmla="*/ 795528 h 1591056"/>
              <a:gd name="connsiteX2" fmla="*/ 795528 w 1591056"/>
              <a:gd name="connsiteY2" fmla="*/ 1591056 h 1591056"/>
              <a:gd name="connsiteX3" fmla="*/ 0 w 1591056"/>
              <a:gd name="connsiteY3" fmla="*/ 795528 h 1591056"/>
              <a:gd name="connsiteX4" fmla="*/ 795528 w 1591056"/>
              <a:gd name="connsiteY4" fmla="*/ 0 h 1591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1056" h="1591056">
                <a:moveTo>
                  <a:pt x="795528" y="0"/>
                </a:moveTo>
                <a:cubicBezTo>
                  <a:pt x="1234886" y="0"/>
                  <a:pt x="1591056" y="356170"/>
                  <a:pt x="1591056" y="795528"/>
                </a:cubicBezTo>
                <a:cubicBezTo>
                  <a:pt x="1591056" y="1234886"/>
                  <a:pt x="1234886" y="1591056"/>
                  <a:pt x="795528" y="1591056"/>
                </a:cubicBezTo>
                <a:cubicBezTo>
                  <a:pt x="356170" y="1591056"/>
                  <a:pt x="0" y="1234886"/>
                  <a:pt x="0" y="795528"/>
                </a:cubicBezTo>
                <a:cubicBezTo>
                  <a:pt x="0" y="356170"/>
                  <a:pt x="356170" y="0"/>
                  <a:pt x="79552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8418A25-6EAC-4140-BFE6-284E1925B5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9207" y="303879"/>
            <a:ext cx="3182112" cy="3182112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A9A95DA0-8F7C-4AB7-B890-22075705D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93799" y="468471"/>
            <a:ext cx="2852928" cy="2852928"/>
          </a:xfrm>
          <a:custGeom>
            <a:avLst/>
            <a:gdLst>
              <a:gd name="connsiteX0" fmla="*/ 1426464 w 2852928"/>
              <a:gd name="connsiteY0" fmla="*/ 0 h 2852928"/>
              <a:gd name="connsiteX1" fmla="*/ 2852928 w 2852928"/>
              <a:gd name="connsiteY1" fmla="*/ 1426464 h 2852928"/>
              <a:gd name="connsiteX2" fmla="*/ 1426464 w 2852928"/>
              <a:gd name="connsiteY2" fmla="*/ 2852928 h 2852928"/>
              <a:gd name="connsiteX3" fmla="*/ 0 w 2852928"/>
              <a:gd name="connsiteY3" fmla="*/ 1426464 h 2852928"/>
              <a:gd name="connsiteX4" fmla="*/ 1426464 w 2852928"/>
              <a:gd name="connsiteY4" fmla="*/ 0 h 2852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2928" h="2852928">
                <a:moveTo>
                  <a:pt x="1426464" y="0"/>
                </a:moveTo>
                <a:cubicBezTo>
                  <a:pt x="2214278" y="0"/>
                  <a:pt x="2852928" y="638650"/>
                  <a:pt x="2852928" y="1426464"/>
                </a:cubicBezTo>
                <a:cubicBezTo>
                  <a:pt x="2852928" y="2214278"/>
                  <a:pt x="2214278" y="2852928"/>
                  <a:pt x="1426464" y="2852928"/>
                </a:cubicBezTo>
                <a:cubicBezTo>
                  <a:pt x="638650" y="2852928"/>
                  <a:pt x="0" y="2214278"/>
                  <a:pt x="0" y="1426464"/>
                </a:cubicBezTo>
                <a:cubicBezTo>
                  <a:pt x="0" y="638650"/>
                  <a:pt x="638650" y="0"/>
                  <a:pt x="142646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6B9D64DB-4D5C-4A91-B45F-F301E3174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2568" y="-4332"/>
            <a:ext cx="3439432" cy="3550083"/>
          </a:xfrm>
          <a:custGeom>
            <a:avLst/>
            <a:gdLst>
              <a:gd name="connsiteX0" fmla="*/ 115336 w 3439432"/>
              <a:gd name="connsiteY0" fmla="*/ 0 h 3550083"/>
              <a:gd name="connsiteX1" fmla="*/ 3439432 w 3439432"/>
              <a:gd name="connsiteY1" fmla="*/ 0 h 3550083"/>
              <a:gd name="connsiteX2" fmla="*/ 3439432 w 3439432"/>
              <a:gd name="connsiteY2" fmla="*/ 3462762 h 3550083"/>
              <a:gd name="connsiteX3" fmla="*/ 3318024 w 3439432"/>
              <a:gd name="connsiteY3" fmla="*/ 3493980 h 3550083"/>
              <a:gd name="connsiteX4" fmla="*/ 2761488 w 3439432"/>
              <a:gd name="connsiteY4" fmla="*/ 3550083 h 3550083"/>
              <a:gd name="connsiteX5" fmla="*/ 0 w 3439432"/>
              <a:gd name="connsiteY5" fmla="*/ 788595 h 3550083"/>
              <a:gd name="connsiteX6" fmla="*/ 70713 w 3439432"/>
              <a:gd name="connsiteY6" fmla="*/ 164949 h 3550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39432" h="3550083">
                <a:moveTo>
                  <a:pt x="115336" y="0"/>
                </a:moveTo>
                <a:lnTo>
                  <a:pt x="3439432" y="0"/>
                </a:lnTo>
                <a:lnTo>
                  <a:pt x="3439432" y="3462762"/>
                </a:lnTo>
                <a:lnTo>
                  <a:pt x="3318024" y="3493980"/>
                </a:lnTo>
                <a:cubicBezTo>
                  <a:pt x="3138258" y="3530765"/>
                  <a:pt x="2952129" y="3550083"/>
                  <a:pt x="2761488" y="3550083"/>
                </a:cubicBezTo>
                <a:cubicBezTo>
                  <a:pt x="1236360" y="3550083"/>
                  <a:pt x="0" y="2313723"/>
                  <a:pt x="0" y="788595"/>
                </a:cubicBezTo>
                <a:cubicBezTo>
                  <a:pt x="0" y="574124"/>
                  <a:pt x="24450" y="365364"/>
                  <a:pt x="70713" y="164949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E2193FF3-0731-4CB1-A0ED-1F3321A42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18761" y="-4331"/>
            <a:ext cx="3273238" cy="3383891"/>
          </a:xfrm>
          <a:custGeom>
            <a:avLst/>
            <a:gdLst>
              <a:gd name="connsiteX0" fmla="*/ 122841 w 3273238"/>
              <a:gd name="connsiteY0" fmla="*/ 0 h 3383891"/>
              <a:gd name="connsiteX1" fmla="*/ 3273238 w 3273238"/>
              <a:gd name="connsiteY1" fmla="*/ 0 h 3383891"/>
              <a:gd name="connsiteX2" fmla="*/ 3273238 w 3273238"/>
              <a:gd name="connsiteY2" fmla="*/ 3291335 h 3383891"/>
              <a:gd name="connsiteX3" fmla="*/ 3118338 w 3273238"/>
              <a:gd name="connsiteY3" fmla="*/ 3331164 h 3383891"/>
              <a:gd name="connsiteX4" fmla="*/ 2595295 w 3273238"/>
              <a:gd name="connsiteY4" fmla="*/ 3383891 h 3383891"/>
              <a:gd name="connsiteX5" fmla="*/ 0 w 3273238"/>
              <a:gd name="connsiteY5" fmla="*/ 788596 h 3383891"/>
              <a:gd name="connsiteX6" fmla="*/ 116679 w 3273238"/>
              <a:gd name="connsiteY6" fmla="*/ 16835 h 3383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73238" h="3383891">
                <a:moveTo>
                  <a:pt x="122841" y="0"/>
                </a:moveTo>
                <a:lnTo>
                  <a:pt x="3273238" y="0"/>
                </a:lnTo>
                <a:lnTo>
                  <a:pt x="3273238" y="3291335"/>
                </a:lnTo>
                <a:lnTo>
                  <a:pt x="3118338" y="3331164"/>
                </a:lnTo>
                <a:cubicBezTo>
                  <a:pt x="2949390" y="3365736"/>
                  <a:pt x="2774463" y="3383891"/>
                  <a:pt x="2595295" y="3383891"/>
                </a:cubicBezTo>
                <a:cubicBezTo>
                  <a:pt x="1161953" y="3383891"/>
                  <a:pt x="0" y="2221938"/>
                  <a:pt x="0" y="788596"/>
                </a:cubicBezTo>
                <a:cubicBezTo>
                  <a:pt x="0" y="519845"/>
                  <a:pt x="40850" y="260634"/>
                  <a:pt x="116679" y="1683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97385C76-5751-5205-F292-85C38376EC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8711" y="861577"/>
            <a:ext cx="2063103" cy="2063103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ECC3A7-25E4-BB34-94A9-915F3CE730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98456" y="3874830"/>
            <a:ext cx="4835782" cy="245415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3441EDE-31FF-84F2-3E0F-5A127F73B8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61488" y="2731957"/>
            <a:ext cx="1167481" cy="1167481"/>
          </a:xfrm>
          <a:prstGeom prst="rect">
            <a:avLst/>
          </a:prstGeom>
        </p:spPr>
      </p:pic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CB14CE1B-4BC5-4EF2-BE3D-05E4F580B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99331" y="3907418"/>
            <a:ext cx="2992669" cy="2950582"/>
          </a:xfrm>
          <a:custGeom>
            <a:avLst/>
            <a:gdLst>
              <a:gd name="connsiteX0" fmla="*/ 2052140 w 2992669"/>
              <a:gd name="connsiteY0" fmla="*/ 0 h 2950582"/>
              <a:gd name="connsiteX1" fmla="*/ 2850926 w 2992669"/>
              <a:gd name="connsiteY1" fmla="*/ 161267 h 2950582"/>
              <a:gd name="connsiteX2" fmla="*/ 2992669 w 2992669"/>
              <a:gd name="connsiteY2" fmla="*/ 229549 h 2950582"/>
              <a:gd name="connsiteX3" fmla="*/ 2992669 w 2992669"/>
              <a:gd name="connsiteY3" fmla="*/ 2950582 h 2950582"/>
              <a:gd name="connsiteX4" fmla="*/ 209274 w 2992669"/>
              <a:gd name="connsiteY4" fmla="*/ 2950582 h 2950582"/>
              <a:gd name="connsiteX5" fmla="*/ 161267 w 2992669"/>
              <a:gd name="connsiteY5" fmla="*/ 2850926 h 2950582"/>
              <a:gd name="connsiteX6" fmla="*/ 0 w 2992669"/>
              <a:gd name="connsiteY6" fmla="*/ 2052140 h 2950582"/>
              <a:gd name="connsiteX7" fmla="*/ 2052140 w 2992669"/>
              <a:gd name="connsiteY7" fmla="*/ 0 h 2950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92669" h="2950582">
                <a:moveTo>
                  <a:pt x="2052140" y="0"/>
                </a:moveTo>
                <a:cubicBezTo>
                  <a:pt x="2335482" y="0"/>
                  <a:pt x="2605411" y="57424"/>
                  <a:pt x="2850926" y="161267"/>
                </a:cubicBezTo>
                <a:lnTo>
                  <a:pt x="2992669" y="229549"/>
                </a:lnTo>
                <a:lnTo>
                  <a:pt x="2992669" y="2950582"/>
                </a:lnTo>
                <a:lnTo>
                  <a:pt x="209274" y="2950582"/>
                </a:lnTo>
                <a:lnTo>
                  <a:pt x="161267" y="2850926"/>
                </a:lnTo>
                <a:cubicBezTo>
                  <a:pt x="57423" y="2605411"/>
                  <a:pt x="0" y="2335482"/>
                  <a:pt x="0" y="2052140"/>
                </a:cubicBezTo>
                <a:cubicBezTo>
                  <a:pt x="0" y="918774"/>
                  <a:pt x="918774" y="0"/>
                  <a:pt x="2052140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1CCC4E2-0E38-41AA-A1C5-DBB034387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63238" y="4071322"/>
            <a:ext cx="2828765" cy="2786678"/>
          </a:xfrm>
          <a:custGeom>
            <a:avLst/>
            <a:gdLst>
              <a:gd name="connsiteX0" fmla="*/ 1888236 w 2828765"/>
              <a:gd name="connsiteY0" fmla="*/ 0 h 2786678"/>
              <a:gd name="connsiteX1" fmla="*/ 2788281 w 2828765"/>
              <a:gd name="connsiteY1" fmla="*/ 227900 h 2786678"/>
              <a:gd name="connsiteX2" fmla="*/ 2828765 w 2828765"/>
              <a:gd name="connsiteY2" fmla="*/ 252495 h 2786678"/>
              <a:gd name="connsiteX3" fmla="*/ 2828765 w 2828765"/>
              <a:gd name="connsiteY3" fmla="*/ 2786678 h 2786678"/>
              <a:gd name="connsiteX4" fmla="*/ 227128 w 2828765"/>
              <a:gd name="connsiteY4" fmla="*/ 2786678 h 2786678"/>
              <a:gd name="connsiteX5" fmla="*/ 148387 w 2828765"/>
              <a:gd name="connsiteY5" fmla="*/ 2623223 h 2786678"/>
              <a:gd name="connsiteX6" fmla="*/ 0 w 2828765"/>
              <a:gd name="connsiteY6" fmla="*/ 1888236 h 2786678"/>
              <a:gd name="connsiteX7" fmla="*/ 1888236 w 2828765"/>
              <a:gd name="connsiteY7" fmla="*/ 0 h 278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28765" h="2786678">
                <a:moveTo>
                  <a:pt x="1888236" y="0"/>
                </a:moveTo>
                <a:cubicBezTo>
                  <a:pt x="2214125" y="0"/>
                  <a:pt x="2520731" y="82558"/>
                  <a:pt x="2788281" y="227900"/>
                </a:cubicBezTo>
                <a:lnTo>
                  <a:pt x="2828765" y="252495"/>
                </a:lnTo>
                <a:lnTo>
                  <a:pt x="2828765" y="2786678"/>
                </a:lnTo>
                <a:lnTo>
                  <a:pt x="227128" y="2786678"/>
                </a:lnTo>
                <a:lnTo>
                  <a:pt x="148387" y="2623223"/>
                </a:lnTo>
                <a:cubicBezTo>
                  <a:pt x="52837" y="2397318"/>
                  <a:pt x="0" y="2148947"/>
                  <a:pt x="0" y="1888236"/>
                </a:cubicBezTo>
                <a:cubicBezTo>
                  <a:pt x="0" y="845392"/>
                  <a:pt x="845392" y="0"/>
                  <a:pt x="188823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14FDB13C-EDA4-C1FA-F51C-7FB1A0747478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785494" y="200664"/>
            <a:ext cx="2547755" cy="2490430"/>
          </a:xfrm>
          <a:prstGeom prst="rect">
            <a:avLst/>
          </a:prstGeom>
        </p:spPr>
      </p:pic>
      <p:pic>
        <p:nvPicPr>
          <p:cNvPr id="10" name="Picture 9" descr="A diagram of a system&#10;&#10;AI-generated content may be incorrect.">
            <a:extLst>
              <a:ext uri="{FF2B5EF4-FFF2-40B4-BE49-F238E27FC236}">
                <a16:creationId xmlns:a16="http://schemas.microsoft.com/office/drawing/2014/main" id="{D81A5345-2CBA-3578-986F-79EACC5B32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001" y="4848420"/>
            <a:ext cx="3439433" cy="1797102"/>
          </a:xfrm>
          <a:prstGeom prst="rect">
            <a:avLst/>
          </a:prstGeom>
        </p:spPr>
      </p:pic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713430C-811E-1A5A-DD3B-A9E6FC242F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9002658"/>
              </p:ext>
            </p:extLst>
          </p:nvPr>
        </p:nvGraphicFramePr>
        <p:xfrm>
          <a:off x="3791279" y="5382709"/>
          <a:ext cx="5347524" cy="1116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EEAC4A-275B-459F-D995-8B7446A811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9156" y="100412"/>
            <a:ext cx="4411601" cy="1988543"/>
          </a:xfrm>
          <a:prstGeom prst="rect">
            <a:avLst/>
          </a:prstGeom>
        </p:spPr>
      </p:pic>
      <p:pic>
        <p:nvPicPr>
          <p:cNvPr id="8" name="Picture 7" descr="A table with text on it&#10;&#10;AI-generated content may be incorrect.">
            <a:extLst>
              <a:ext uri="{FF2B5EF4-FFF2-40B4-BE49-F238E27FC236}">
                <a16:creationId xmlns:a16="http://schemas.microsoft.com/office/drawing/2014/main" id="{C73B2185-EB78-643E-6FA6-14257A6357C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155" y="7138"/>
            <a:ext cx="4411601" cy="236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51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FA76EA-8C49-B2E9-FAF5-B4DD103F9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AE3927-BBA7-3C4B-60AB-2BA034376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86311D-5830-AD19-3F49-63A12491A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0" cy="1688641"/>
          </a:xfrm>
          <a:solidFill>
            <a:schemeClr val="bg2">
              <a:lumMod val="25000"/>
            </a:schemeClr>
          </a:solidFill>
        </p:spPr>
        <p:txBody>
          <a:bodyPr anchor="t">
            <a:normAutofit fontScale="90000"/>
          </a:bodyPr>
          <a:lstStyle/>
          <a:p>
            <a:br>
              <a:rPr lang="en-US" sz="4000" dirty="0">
                <a:solidFill>
                  <a:schemeClr val="bg1"/>
                </a:solidFill>
              </a:rPr>
            </a:b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	 Key Learnings &amp; Reflections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FC85C1-7EFF-F93D-9044-52FE191B4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BBC3A8-6B66-A413-8776-203890822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C3022D-7EA6-4351-84A4-96081549A6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7902289"/>
              </p:ext>
            </p:extLst>
          </p:nvPr>
        </p:nvGraphicFramePr>
        <p:xfrm>
          <a:off x="1155700" y="2217738"/>
          <a:ext cx="9880600" cy="39592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939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184895-8350-EA15-EED4-F4DB977AD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055D-1F1E-594B-C37B-3681505BE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72" y="1271531"/>
            <a:ext cx="4426755" cy="76127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Tech Stack</a:t>
            </a:r>
          </a:p>
        </p:txBody>
      </p:sp>
      <p:sp>
        <p:nvSpPr>
          <p:cNvPr id="20" name="Freeform: Shape 19" hidden="1">
            <a:extLst>
              <a:ext uri="{FF2B5EF4-FFF2-40B4-BE49-F238E27FC236}">
                <a16:creationId xmlns:a16="http://schemas.microsoft.com/office/drawing/2014/main" id="{DFFD8E53-8C95-DA88-5823-92FBC93FA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1975" y="361702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4" y="0"/>
                  <a:pt x="1691640" y="378686"/>
                  <a:pt x="1691640" y="845820"/>
                </a:cubicBezTo>
                <a:cubicBezTo>
                  <a:pt x="1691640" y="1312954"/>
                  <a:pt x="1312954" y="1691640"/>
                  <a:pt x="845820" y="1691640"/>
                </a:cubicBezTo>
                <a:cubicBezTo>
                  <a:pt x="378687" y="1691640"/>
                  <a:pt x="0" y="1312954"/>
                  <a:pt x="0" y="845820"/>
                </a:cubicBezTo>
                <a:cubicBezTo>
                  <a:pt x="0" y="378686"/>
                  <a:pt x="378687" y="0"/>
                  <a:pt x="845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Oval 21" hidden="1">
            <a:extLst>
              <a:ext uri="{FF2B5EF4-FFF2-40B4-BE49-F238E27FC236}">
                <a16:creationId xmlns:a16="http://schemas.microsoft.com/office/drawing/2014/main" id="{4CCC1733-BE34-2B9C-2F90-B84810D29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97383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53BDFB7-B323-946D-B86A-7ECC960D5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33788" y="2715337"/>
            <a:ext cx="2743200" cy="2743200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7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7" y="2743200"/>
                  <a:pt x="0" y="2129114"/>
                  <a:pt x="0" y="1371600"/>
                </a:cubicBezTo>
                <a:cubicBezTo>
                  <a:pt x="0" y="614087"/>
                  <a:pt x="614087" y="0"/>
                  <a:pt x="13716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92E2E62A-D8B2-FA98-905F-CAF569141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8624" y="2"/>
            <a:ext cx="3913376" cy="3281569"/>
          </a:xfrm>
          <a:custGeom>
            <a:avLst/>
            <a:gdLst>
              <a:gd name="connsiteX0" fmla="*/ 267865 w 3913376"/>
              <a:gd name="connsiteY0" fmla="*/ 0 h 3281569"/>
              <a:gd name="connsiteX1" fmla="*/ 3913376 w 3913376"/>
              <a:gd name="connsiteY1" fmla="*/ 0 h 3281569"/>
              <a:gd name="connsiteX2" fmla="*/ 3913376 w 3913376"/>
              <a:gd name="connsiteY2" fmla="*/ 2499938 h 3281569"/>
              <a:gd name="connsiteX3" fmla="*/ 3794714 w 3913376"/>
              <a:gd name="connsiteY3" fmla="*/ 2630499 h 3281569"/>
              <a:gd name="connsiteX4" fmla="*/ 2222892 w 3913376"/>
              <a:gd name="connsiteY4" fmla="*/ 3281569 h 3281569"/>
              <a:gd name="connsiteX5" fmla="*/ 0 w 3913376"/>
              <a:gd name="connsiteY5" fmla="*/ 1058677 h 3281569"/>
              <a:gd name="connsiteX6" fmla="*/ 174686 w 3913376"/>
              <a:gd name="connsiteY6" fmla="*/ 193427 h 328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DC4EC11-70FF-8FFF-88AB-EF80E1A9F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0400B0F-4E61-9AA8-4429-9BA89F805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9196" y="2550745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B0F3BDAE-29DD-8619-1CFC-FC2BCEE35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00930" y="4604085"/>
            <a:ext cx="4281112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Freeform: Shape 33" hidden="1">
            <a:extLst>
              <a:ext uri="{FF2B5EF4-FFF2-40B4-BE49-F238E27FC236}">
                <a16:creationId xmlns:a16="http://schemas.microsoft.com/office/drawing/2014/main" id="{BE4BB010-61AC-918B-A8AE-EF3E50E67B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0935"/>
            <a:ext cx="1732108" cy="2175118"/>
          </a:xfrm>
          <a:custGeom>
            <a:avLst/>
            <a:gdLst>
              <a:gd name="connsiteX0" fmla="*/ 644549 w 1732108"/>
              <a:gd name="connsiteY0" fmla="*/ 0 h 2175118"/>
              <a:gd name="connsiteX1" fmla="*/ 1732108 w 1732108"/>
              <a:gd name="connsiteY1" fmla="*/ 1087559 h 2175118"/>
              <a:gd name="connsiteX2" fmla="*/ 644549 w 1732108"/>
              <a:gd name="connsiteY2" fmla="*/ 2175118 h 2175118"/>
              <a:gd name="connsiteX3" fmla="*/ 36485 w 1732108"/>
              <a:gd name="connsiteY3" fmla="*/ 1989380 h 2175118"/>
              <a:gd name="connsiteX4" fmla="*/ 0 w 1732108"/>
              <a:gd name="connsiteY4" fmla="*/ 1959278 h 2175118"/>
              <a:gd name="connsiteX5" fmla="*/ 0 w 1732108"/>
              <a:gd name="connsiteY5" fmla="*/ 215841 h 2175118"/>
              <a:gd name="connsiteX6" fmla="*/ 36485 w 1732108"/>
              <a:gd name="connsiteY6" fmla="*/ 185738 h 2175118"/>
              <a:gd name="connsiteX7" fmla="*/ 644549 w 1732108"/>
              <a:gd name="connsiteY7" fmla="*/ 0 h 2175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2108" h="2175118">
                <a:moveTo>
                  <a:pt x="644549" y="0"/>
                </a:moveTo>
                <a:cubicBezTo>
                  <a:pt x="1245191" y="0"/>
                  <a:pt x="1732108" y="486917"/>
                  <a:pt x="1732108" y="1087559"/>
                </a:cubicBezTo>
                <a:cubicBezTo>
                  <a:pt x="1732108" y="1688201"/>
                  <a:pt x="1245191" y="2175118"/>
                  <a:pt x="644549" y="2175118"/>
                </a:cubicBezTo>
                <a:cubicBezTo>
                  <a:pt x="419308" y="2175118"/>
                  <a:pt x="210060" y="2106646"/>
                  <a:pt x="36485" y="1989380"/>
                </a:cubicBezTo>
                <a:lnTo>
                  <a:pt x="0" y="1959278"/>
                </a:lnTo>
                <a:lnTo>
                  <a:pt x="0" y="215841"/>
                </a:lnTo>
                <a:lnTo>
                  <a:pt x="36485" y="185738"/>
                </a:lnTo>
                <a:cubicBezTo>
                  <a:pt x="210060" y="68473"/>
                  <a:pt x="419308" y="0"/>
                  <a:pt x="644549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: Shape 35" hidden="1">
            <a:extLst>
              <a:ext uri="{FF2B5EF4-FFF2-40B4-BE49-F238E27FC236}">
                <a16:creationId xmlns:a16="http://schemas.microsoft.com/office/drawing/2014/main" id="{E29A202E-8E89-1AE0-7446-481DC964EA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414950"/>
            <a:ext cx="1568092" cy="1847088"/>
          </a:xfrm>
          <a:custGeom>
            <a:avLst/>
            <a:gdLst>
              <a:gd name="connsiteX0" fmla="*/ 644548 w 1568092"/>
              <a:gd name="connsiteY0" fmla="*/ 0 h 1847088"/>
              <a:gd name="connsiteX1" fmla="*/ 1568092 w 1568092"/>
              <a:gd name="connsiteY1" fmla="*/ 923544 h 1847088"/>
              <a:gd name="connsiteX2" fmla="*/ 644548 w 1568092"/>
              <a:gd name="connsiteY2" fmla="*/ 1847088 h 1847088"/>
              <a:gd name="connsiteX3" fmla="*/ 128186 w 1568092"/>
              <a:gd name="connsiteY3" fmla="*/ 1689361 h 1847088"/>
              <a:gd name="connsiteX4" fmla="*/ 0 w 1568092"/>
              <a:gd name="connsiteY4" fmla="*/ 1583598 h 1847088"/>
              <a:gd name="connsiteX5" fmla="*/ 0 w 1568092"/>
              <a:gd name="connsiteY5" fmla="*/ 263490 h 1847088"/>
              <a:gd name="connsiteX6" fmla="*/ 128186 w 1568092"/>
              <a:gd name="connsiteY6" fmla="*/ 157727 h 1847088"/>
              <a:gd name="connsiteX7" fmla="*/ 644548 w 1568092"/>
              <a:gd name="connsiteY7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68092" h="1847088">
                <a:moveTo>
                  <a:pt x="644548" y="0"/>
                </a:moveTo>
                <a:cubicBezTo>
                  <a:pt x="1154607" y="0"/>
                  <a:pt x="1568092" y="413485"/>
                  <a:pt x="1568092" y="923544"/>
                </a:cubicBezTo>
                <a:cubicBezTo>
                  <a:pt x="1568092" y="1433603"/>
                  <a:pt x="1154607" y="1847088"/>
                  <a:pt x="644548" y="1847088"/>
                </a:cubicBezTo>
                <a:cubicBezTo>
                  <a:pt x="453276" y="1847088"/>
                  <a:pt x="275584" y="1788942"/>
                  <a:pt x="128186" y="1689361"/>
                </a:cubicBezTo>
                <a:lnTo>
                  <a:pt x="0" y="1583598"/>
                </a:lnTo>
                <a:lnTo>
                  <a:pt x="0" y="263490"/>
                </a:lnTo>
                <a:lnTo>
                  <a:pt x="128186" y="157727"/>
                </a:lnTo>
                <a:cubicBezTo>
                  <a:pt x="275584" y="58147"/>
                  <a:pt x="453276" y="0"/>
                  <a:pt x="6445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3584CEE4-0B36-471C-8239-F51429809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6382" y="4769538"/>
            <a:ext cx="3950208" cy="2088462"/>
          </a:xfrm>
          <a:custGeom>
            <a:avLst/>
            <a:gdLst>
              <a:gd name="connsiteX0" fmla="*/ 1975104 w 3950208"/>
              <a:gd name="connsiteY0" fmla="*/ 0 h 2088462"/>
              <a:gd name="connsiteX1" fmla="*/ 3950208 w 3950208"/>
              <a:gd name="connsiteY1" fmla="*/ 1975104 h 2088462"/>
              <a:gd name="connsiteX2" fmla="*/ 3944484 w 3950208"/>
              <a:gd name="connsiteY2" fmla="*/ 2088462 h 2088462"/>
              <a:gd name="connsiteX3" fmla="*/ 5724 w 3950208"/>
              <a:gd name="connsiteY3" fmla="*/ 2088462 h 2088462"/>
              <a:gd name="connsiteX4" fmla="*/ 0 w 3950208"/>
              <a:gd name="connsiteY4" fmla="*/ 1975104 h 2088462"/>
              <a:gd name="connsiteX5" fmla="*/ 1975104 w 3950208"/>
              <a:gd name="connsiteY5" fmla="*/ 0 h 208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8E174F3-5166-4F50-77FB-9835C466F4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31630D3-8ED1-ACFC-7DAA-AC3748A0A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09416" y="4131546"/>
            <a:ext cx="3178912" cy="2726454"/>
          </a:xfrm>
          <a:custGeom>
            <a:avLst/>
            <a:gdLst>
              <a:gd name="connsiteX0" fmla="*/ 1837818 w 3178912"/>
              <a:gd name="connsiteY0" fmla="*/ 0 h 2726454"/>
              <a:gd name="connsiteX1" fmla="*/ 3137352 w 3178912"/>
              <a:gd name="connsiteY1" fmla="*/ 538285 h 2726454"/>
              <a:gd name="connsiteX2" fmla="*/ 3178912 w 3178912"/>
              <a:gd name="connsiteY2" fmla="*/ 584013 h 2726454"/>
              <a:gd name="connsiteX3" fmla="*/ 3178912 w 3178912"/>
              <a:gd name="connsiteY3" fmla="*/ 2726454 h 2726454"/>
              <a:gd name="connsiteX4" fmla="*/ 229483 w 3178912"/>
              <a:gd name="connsiteY4" fmla="*/ 2726454 h 2726454"/>
              <a:gd name="connsiteX5" fmla="*/ 221815 w 3178912"/>
              <a:gd name="connsiteY5" fmla="*/ 2713832 h 2726454"/>
              <a:gd name="connsiteX6" fmla="*/ 0 w 3178912"/>
              <a:gd name="connsiteY6" fmla="*/ 1837818 h 2726454"/>
              <a:gd name="connsiteX7" fmla="*/ 1837818 w 3178912"/>
              <a:gd name="connsiteY7" fmla="*/ 0 h 2726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917F774-50FD-6DEB-1E70-050BE389E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8587" y="419328"/>
            <a:ext cx="2017290" cy="201729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3179EB7B-44E9-4FD8-8627-EB04FD1EB5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09960" y="3119323"/>
            <a:ext cx="2024446" cy="202444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A3D3F31-7DAE-C0E4-F227-7A937668F0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4818" y="4622480"/>
            <a:ext cx="2024446" cy="202444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45C328-C54B-DFA4-CE31-0E9004FBC3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39443" y="4950990"/>
            <a:ext cx="2024445" cy="2024445"/>
          </a:xfrm>
          <a:prstGeom prst="rect">
            <a:avLst/>
          </a:prstGeom>
        </p:spPr>
      </p:pic>
      <p:sp>
        <p:nvSpPr>
          <p:cNvPr id="10" name="Oval 9" hidden="1">
            <a:extLst>
              <a:ext uri="{FF2B5EF4-FFF2-40B4-BE49-F238E27FC236}">
                <a16:creationId xmlns:a16="http://schemas.microsoft.com/office/drawing/2014/main" id="{BBEF1600-6D30-7474-9172-CE5F7368C0B9}"/>
              </a:ext>
            </a:extLst>
          </p:cNvPr>
          <p:cNvSpPr/>
          <p:nvPr/>
        </p:nvSpPr>
        <p:spPr>
          <a:xfrm>
            <a:off x="5423647" y="140350"/>
            <a:ext cx="2194560" cy="2189041"/>
          </a:xfrm>
          <a:prstGeom prst="ellipse">
            <a:avLst/>
          </a:prstGeom>
          <a:solidFill>
            <a:srgbClr val="3F3F3F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 hidden="1">
            <a:extLst>
              <a:ext uri="{FF2B5EF4-FFF2-40B4-BE49-F238E27FC236}">
                <a16:creationId xmlns:a16="http://schemas.microsoft.com/office/drawing/2014/main" id="{7088F943-307C-C36A-12F3-69B6CF21B13A}"/>
              </a:ext>
            </a:extLst>
          </p:cNvPr>
          <p:cNvSpPr/>
          <p:nvPr/>
        </p:nvSpPr>
        <p:spPr>
          <a:xfrm>
            <a:off x="-479565" y="4131547"/>
            <a:ext cx="2301729" cy="2373302"/>
          </a:xfrm>
          <a:prstGeom prst="ellipse">
            <a:avLst/>
          </a:prstGeom>
          <a:solidFill>
            <a:srgbClr val="3F3F3F"/>
          </a:solidFill>
          <a:ln>
            <a:solidFill>
              <a:srgbClr val="3F3F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25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4087B-7988-34DA-2D77-AC4C684BF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872" y="1271531"/>
            <a:ext cx="4426755" cy="761271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Tools &amp; Integrations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1F3642D-13C8-47D1-8141-3F5A7CEBA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1975" y="361702"/>
            <a:ext cx="1691640" cy="1691640"/>
          </a:xfrm>
          <a:custGeom>
            <a:avLst/>
            <a:gdLst>
              <a:gd name="connsiteX0" fmla="*/ 845820 w 1691640"/>
              <a:gd name="connsiteY0" fmla="*/ 0 h 1691640"/>
              <a:gd name="connsiteX1" fmla="*/ 1691640 w 1691640"/>
              <a:gd name="connsiteY1" fmla="*/ 845820 h 1691640"/>
              <a:gd name="connsiteX2" fmla="*/ 845820 w 1691640"/>
              <a:gd name="connsiteY2" fmla="*/ 1691640 h 1691640"/>
              <a:gd name="connsiteX3" fmla="*/ 0 w 1691640"/>
              <a:gd name="connsiteY3" fmla="*/ 845820 h 1691640"/>
              <a:gd name="connsiteX4" fmla="*/ 845820 w 1691640"/>
              <a:gd name="connsiteY4" fmla="*/ 0 h 1691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91640" h="1691640">
                <a:moveTo>
                  <a:pt x="845820" y="0"/>
                </a:moveTo>
                <a:cubicBezTo>
                  <a:pt x="1312954" y="0"/>
                  <a:pt x="1691640" y="378686"/>
                  <a:pt x="1691640" y="845820"/>
                </a:cubicBezTo>
                <a:cubicBezTo>
                  <a:pt x="1691640" y="1312954"/>
                  <a:pt x="1312954" y="1691640"/>
                  <a:pt x="845820" y="1691640"/>
                </a:cubicBezTo>
                <a:cubicBezTo>
                  <a:pt x="378687" y="1691640"/>
                  <a:pt x="0" y="1312954"/>
                  <a:pt x="0" y="845820"/>
                </a:cubicBezTo>
                <a:cubicBezTo>
                  <a:pt x="0" y="378686"/>
                  <a:pt x="378687" y="0"/>
                  <a:pt x="84582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7977D39-626F-40D7-B00F-16E02602D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97383" y="197110"/>
            <a:ext cx="2020824" cy="202082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A04E966C-DBC6-A73E-8FE4-31FF4ACE3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15573" y="715300"/>
            <a:ext cx="984444" cy="984444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8E915F0-311A-4BDD-94EC-B0A3D6A3C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33788" y="2715337"/>
            <a:ext cx="2743200" cy="2743200"/>
          </a:xfrm>
          <a:custGeom>
            <a:avLst/>
            <a:gdLst>
              <a:gd name="connsiteX0" fmla="*/ 1371600 w 2743200"/>
              <a:gd name="connsiteY0" fmla="*/ 0 h 2743200"/>
              <a:gd name="connsiteX1" fmla="*/ 2743200 w 2743200"/>
              <a:gd name="connsiteY1" fmla="*/ 1371600 h 2743200"/>
              <a:gd name="connsiteX2" fmla="*/ 1371600 w 2743200"/>
              <a:gd name="connsiteY2" fmla="*/ 2743200 h 2743200"/>
              <a:gd name="connsiteX3" fmla="*/ 0 w 2743200"/>
              <a:gd name="connsiteY3" fmla="*/ 1371600 h 2743200"/>
              <a:gd name="connsiteX4" fmla="*/ 1371600 w 2743200"/>
              <a:gd name="connsiteY4" fmla="*/ 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2743200">
                <a:moveTo>
                  <a:pt x="1371600" y="0"/>
                </a:moveTo>
                <a:cubicBezTo>
                  <a:pt x="2129114" y="0"/>
                  <a:pt x="2743200" y="614087"/>
                  <a:pt x="2743200" y="1371600"/>
                </a:cubicBezTo>
                <a:cubicBezTo>
                  <a:pt x="2743200" y="2129114"/>
                  <a:pt x="2129114" y="2743200"/>
                  <a:pt x="1371600" y="2743200"/>
                </a:cubicBezTo>
                <a:cubicBezTo>
                  <a:pt x="614087" y="2743200"/>
                  <a:pt x="0" y="2129114"/>
                  <a:pt x="0" y="1371600"/>
                </a:cubicBezTo>
                <a:cubicBezTo>
                  <a:pt x="0" y="614087"/>
                  <a:pt x="614087" y="0"/>
                  <a:pt x="137160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F1CD662-C732-41EB-A08A-EFB9E7EB89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78624" y="2"/>
            <a:ext cx="3913376" cy="3281569"/>
          </a:xfrm>
          <a:custGeom>
            <a:avLst/>
            <a:gdLst>
              <a:gd name="connsiteX0" fmla="*/ 267865 w 3913376"/>
              <a:gd name="connsiteY0" fmla="*/ 0 h 3281569"/>
              <a:gd name="connsiteX1" fmla="*/ 3913376 w 3913376"/>
              <a:gd name="connsiteY1" fmla="*/ 0 h 3281569"/>
              <a:gd name="connsiteX2" fmla="*/ 3913376 w 3913376"/>
              <a:gd name="connsiteY2" fmla="*/ 2499938 h 3281569"/>
              <a:gd name="connsiteX3" fmla="*/ 3794714 w 3913376"/>
              <a:gd name="connsiteY3" fmla="*/ 2630499 h 3281569"/>
              <a:gd name="connsiteX4" fmla="*/ 2222892 w 3913376"/>
              <a:gd name="connsiteY4" fmla="*/ 3281569 h 3281569"/>
              <a:gd name="connsiteX5" fmla="*/ 0 w 3913376"/>
              <a:gd name="connsiteY5" fmla="*/ 1058677 h 3281569"/>
              <a:gd name="connsiteX6" fmla="*/ 174686 w 3913376"/>
              <a:gd name="connsiteY6" fmla="*/ 193427 h 3281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13376" h="3281569">
                <a:moveTo>
                  <a:pt x="267865" y="0"/>
                </a:moveTo>
                <a:lnTo>
                  <a:pt x="3913376" y="0"/>
                </a:lnTo>
                <a:lnTo>
                  <a:pt x="3913376" y="2499938"/>
                </a:lnTo>
                <a:lnTo>
                  <a:pt x="3794714" y="2630499"/>
                </a:lnTo>
                <a:cubicBezTo>
                  <a:pt x="3392450" y="3032763"/>
                  <a:pt x="2836727" y="3281569"/>
                  <a:pt x="2222892" y="3281569"/>
                </a:cubicBezTo>
                <a:cubicBezTo>
                  <a:pt x="995223" y="3281569"/>
                  <a:pt x="0" y="2286346"/>
                  <a:pt x="0" y="1058677"/>
                </a:cubicBezTo>
                <a:cubicBezTo>
                  <a:pt x="0" y="751760"/>
                  <a:pt x="62202" y="459370"/>
                  <a:pt x="174686" y="19342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905CDE4-B751-4B3E-B625-6E59F8903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14932" y="1"/>
            <a:ext cx="4077068" cy="3445261"/>
          </a:xfrm>
          <a:custGeom>
            <a:avLst/>
            <a:gdLst>
              <a:gd name="connsiteX0" fmla="*/ 250035 w 4077068"/>
              <a:gd name="connsiteY0" fmla="*/ 0 h 3445261"/>
              <a:gd name="connsiteX1" fmla="*/ 4077068 w 4077068"/>
              <a:gd name="connsiteY1" fmla="*/ 0 h 3445261"/>
              <a:gd name="connsiteX2" fmla="*/ 4077068 w 4077068"/>
              <a:gd name="connsiteY2" fmla="*/ 2743040 h 3445261"/>
              <a:gd name="connsiteX3" fmla="*/ 4074154 w 4077068"/>
              <a:gd name="connsiteY3" fmla="*/ 2746247 h 3445261"/>
              <a:gd name="connsiteX4" fmla="*/ 2386584 w 4077068"/>
              <a:gd name="connsiteY4" fmla="*/ 3445261 h 3445261"/>
              <a:gd name="connsiteX5" fmla="*/ 0 w 4077068"/>
              <a:gd name="connsiteY5" fmla="*/ 1058677 h 3445261"/>
              <a:gd name="connsiteX6" fmla="*/ 187550 w 4077068"/>
              <a:gd name="connsiteY6" fmla="*/ 129711 h 3445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7068" h="3445261">
                <a:moveTo>
                  <a:pt x="250035" y="0"/>
                </a:moveTo>
                <a:lnTo>
                  <a:pt x="4077068" y="0"/>
                </a:lnTo>
                <a:lnTo>
                  <a:pt x="4077068" y="2743040"/>
                </a:lnTo>
                <a:lnTo>
                  <a:pt x="4074154" y="2746247"/>
                </a:lnTo>
                <a:cubicBezTo>
                  <a:pt x="3642267" y="3178134"/>
                  <a:pt x="3045621" y="3445261"/>
                  <a:pt x="2386584" y="3445261"/>
                </a:cubicBezTo>
                <a:cubicBezTo>
                  <a:pt x="1068510" y="3445261"/>
                  <a:pt x="0" y="2376751"/>
                  <a:pt x="0" y="1058677"/>
                </a:cubicBezTo>
                <a:cubicBezTo>
                  <a:pt x="0" y="729159"/>
                  <a:pt x="66782" y="415238"/>
                  <a:pt x="187550" y="129711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8C9E244-A444-5BA5-8C55-4FDB0D288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759" y="311965"/>
            <a:ext cx="2192176" cy="2192176"/>
          </a:xfrm>
          <a:prstGeom prst="rect">
            <a:avLst/>
          </a:prstGeom>
        </p:spPr>
      </p:pic>
      <p:sp>
        <p:nvSpPr>
          <p:cNvPr id="30" name="Oval 29">
            <a:extLst>
              <a:ext uri="{FF2B5EF4-FFF2-40B4-BE49-F238E27FC236}">
                <a16:creationId xmlns:a16="http://schemas.microsoft.com/office/drawing/2014/main" id="{08108C16-F4C0-44AA-999D-17BD39219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69196" y="2550745"/>
            <a:ext cx="3072384" cy="3072384"/>
          </a:xfrm>
          <a:prstGeom prst="ellipse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DC29AC1-2821-4FCC-B597-88DAF39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00930" y="4604085"/>
            <a:ext cx="4281112" cy="2253913"/>
          </a:xfrm>
          <a:custGeom>
            <a:avLst/>
            <a:gdLst>
              <a:gd name="connsiteX0" fmla="*/ 2140556 w 4281112"/>
              <a:gd name="connsiteY0" fmla="*/ 0 h 2253913"/>
              <a:gd name="connsiteX1" fmla="*/ 4281112 w 4281112"/>
              <a:gd name="connsiteY1" fmla="*/ 2140556 h 2253913"/>
              <a:gd name="connsiteX2" fmla="*/ 4275388 w 4281112"/>
              <a:gd name="connsiteY2" fmla="*/ 2253913 h 2253913"/>
              <a:gd name="connsiteX3" fmla="*/ 5724 w 4281112"/>
              <a:gd name="connsiteY3" fmla="*/ 2253913 h 2253913"/>
              <a:gd name="connsiteX4" fmla="*/ 0 w 4281112"/>
              <a:gd name="connsiteY4" fmla="*/ 2140556 h 2253913"/>
              <a:gd name="connsiteX5" fmla="*/ 2140556 w 4281112"/>
              <a:gd name="connsiteY5" fmla="*/ 0 h 225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81112" h="2253913">
                <a:moveTo>
                  <a:pt x="2140556" y="0"/>
                </a:moveTo>
                <a:cubicBezTo>
                  <a:pt x="3322752" y="0"/>
                  <a:pt x="4281112" y="958360"/>
                  <a:pt x="4281112" y="2140556"/>
                </a:cubicBezTo>
                <a:lnTo>
                  <a:pt x="4275388" y="2253913"/>
                </a:lnTo>
                <a:lnTo>
                  <a:pt x="5724" y="2253913"/>
                </a:lnTo>
                <a:lnTo>
                  <a:pt x="0" y="2140556"/>
                </a:lnTo>
                <a:cubicBezTo>
                  <a:pt x="0" y="958360"/>
                  <a:pt x="958360" y="0"/>
                  <a:pt x="214055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640CCAE-325C-4DD0-BB26-38BF690F3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50935"/>
            <a:ext cx="1732108" cy="2175118"/>
          </a:xfrm>
          <a:custGeom>
            <a:avLst/>
            <a:gdLst>
              <a:gd name="connsiteX0" fmla="*/ 644549 w 1732108"/>
              <a:gd name="connsiteY0" fmla="*/ 0 h 2175118"/>
              <a:gd name="connsiteX1" fmla="*/ 1732108 w 1732108"/>
              <a:gd name="connsiteY1" fmla="*/ 1087559 h 2175118"/>
              <a:gd name="connsiteX2" fmla="*/ 644549 w 1732108"/>
              <a:gd name="connsiteY2" fmla="*/ 2175118 h 2175118"/>
              <a:gd name="connsiteX3" fmla="*/ 36485 w 1732108"/>
              <a:gd name="connsiteY3" fmla="*/ 1989380 h 2175118"/>
              <a:gd name="connsiteX4" fmla="*/ 0 w 1732108"/>
              <a:gd name="connsiteY4" fmla="*/ 1959278 h 2175118"/>
              <a:gd name="connsiteX5" fmla="*/ 0 w 1732108"/>
              <a:gd name="connsiteY5" fmla="*/ 215841 h 2175118"/>
              <a:gd name="connsiteX6" fmla="*/ 36485 w 1732108"/>
              <a:gd name="connsiteY6" fmla="*/ 185738 h 2175118"/>
              <a:gd name="connsiteX7" fmla="*/ 644549 w 1732108"/>
              <a:gd name="connsiteY7" fmla="*/ 0 h 2175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2108" h="2175118">
                <a:moveTo>
                  <a:pt x="644549" y="0"/>
                </a:moveTo>
                <a:cubicBezTo>
                  <a:pt x="1245191" y="0"/>
                  <a:pt x="1732108" y="486917"/>
                  <a:pt x="1732108" y="1087559"/>
                </a:cubicBezTo>
                <a:cubicBezTo>
                  <a:pt x="1732108" y="1688201"/>
                  <a:pt x="1245191" y="2175118"/>
                  <a:pt x="644549" y="2175118"/>
                </a:cubicBezTo>
                <a:cubicBezTo>
                  <a:pt x="419308" y="2175118"/>
                  <a:pt x="210060" y="2106646"/>
                  <a:pt x="36485" y="1989380"/>
                </a:cubicBezTo>
                <a:lnTo>
                  <a:pt x="0" y="1959278"/>
                </a:lnTo>
                <a:lnTo>
                  <a:pt x="0" y="215841"/>
                </a:lnTo>
                <a:lnTo>
                  <a:pt x="36485" y="185738"/>
                </a:lnTo>
                <a:cubicBezTo>
                  <a:pt x="210060" y="68473"/>
                  <a:pt x="419308" y="0"/>
                  <a:pt x="644549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49AC9A43-F5C5-4703-A0F0-78CBB9542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414950"/>
            <a:ext cx="1568092" cy="1847088"/>
          </a:xfrm>
          <a:custGeom>
            <a:avLst/>
            <a:gdLst>
              <a:gd name="connsiteX0" fmla="*/ 644548 w 1568092"/>
              <a:gd name="connsiteY0" fmla="*/ 0 h 1847088"/>
              <a:gd name="connsiteX1" fmla="*/ 1568092 w 1568092"/>
              <a:gd name="connsiteY1" fmla="*/ 923544 h 1847088"/>
              <a:gd name="connsiteX2" fmla="*/ 644548 w 1568092"/>
              <a:gd name="connsiteY2" fmla="*/ 1847088 h 1847088"/>
              <a:gd name="connsiteX3" fmla="*/ 128186 w 1568092"/>
              <a:gd name="connsiteY3" fmla="*/ 1689361 h 1847088"/>
              <a:gd name="connsiteX4" fmla="*/ 0 w 1568092"/>
              <a:gd name="connsiteY4" fmla="*/ 1583598 h 1847088"/>
              <a:gd name="connsiteX5" fmla="*/ 0 w 1568092"/>
              <a:gd name="connsiteY5" fmla="*/ 263490 h 1847088"/>
              <a:gd name="connsiteX6" fmla="*/ 128186 w 1568092"/>
              <a:gd name="connsiteY6" fmla="*/ 157727 h 1847088"/>
              <a:gd name="connsiteX7" fmla="*/ 644548 w 1568092"/>
              <a:gd name="connsiteY7" fmla="*/ 0 h 1847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68092" h="1847088">
                <a:moveTo>
                  <a:pt x="644548" y="0"/>
                </a:moveTo>
                <a:cubicBezTo>
                  <a:pt x="1154607" y="0"/>
                  <a:pt x="1568092" y="413485"/>
                  <a:pt x="1568092" y="923544"/>
                </a:cubicBezTo>
                <a:cubicBezTo>
                  <a:pt x="1568092" y="1433603"/>
                  <a:pt x="1154607" y="1847088"/>
                  <a:pt x="644548" y="1847088"/>
                </a:cubicBezTo>
                <a:cubicBezTo>
                  <a:pt x="453276" y="1847088"/>
                  <a:pt x="275584" y="1788942"/>
                  <a:pt x="128186" y="1689361"/>
                </a:cubicBezTo>
                <a:lnTo>
                  <a:pt x="0" y="1583598"/>
                </a:lnTo>
                <a:lnTo>
                  <a:pt x="0" y="263490"/>
                </a:lnTo>
                <a:lnTo>
                  <a:pt x="128186" y="157727"/>
                </a:lnTo>
                <a:cubicBezTo>
                  <a:pt x="275584" y="58147"/>
                  <a:pt x="453276" y="0"/>
                  <a:pt x="64454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BE28351C-7EEF-428E-9B7A-5CC84F3362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66382" y="4769538"/>
            <a:ext cx="3950208" cy="2088462"/>
          </a:xfrm>
          <a:custGeom>
            <a:avLst/>
            <a:gdLst>
              <a:gd name="connsiteX0" fmla="*/ 1975104 w 3950208"/>
              <a:gd name="connsiteY0" fmla="*/ 0 h 2088462"/>
              <a:gd name="connsiteX1" fmla="*/ 3950208 w 3950208"/>
              <a:gd name="connsiteY1" fmla="*/ 1975104 h 2088462"/>
              <a:gd name="connsiteX2" fmla="*/ 3944484 w 3950208"/>
              <a:gd name="connsiteY2" fmla="*/ 2088462 h 2088462"/>
              <a:gd name="connsiteX3" fmla="*/ 5724 w 3950208"/>
              <a:gd name="connsiteY3" fmla="*/ 2088462 h 2088462"/>
              <a:gd name="connsiteX4" fmla="*/ 0 w 3950208"/>
              <a:gd name="connsiteY4" fmla="*/ 1975104 h 2088462"/>
              <a:gd name="connsiteX5" fmla="*/ 1975104 w 3950208"/>
              <a:gd name="connsiteY5" fmla="*/ 0 h 2088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50208" h="2088462">
                <a:moveTo>
                  <a:pt x="1975104" y="0"/>
                </a:moveTo>
                <a:cubicBezTo>
                  <a:pt x="3065924" y="0"/>
                  <a:pt x="3950208" y="884284"/>
                  <a:pt x="3950208" y="1975104"/>
                </a:cubicBezTo>
                <a:lnTo>
                  <a:pt x="3944484" y="2088462"/>
                </a:lnTo>
                <a:lnTo>
                  <a:pt x="5724" y="2088462"/>
                </a:lnTo>
                <a:lnTo>
                  <a:pt x="0" y="1975104"/>
                </a:lnTo>
                <a:cubicBezTo>
                  <a:pt x="0" y="884284"/>
                  <a:pt x="884284" y="0"/>
                  <a:pt x="197510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5907B0B-4F6D-D327-CE67-16C08C5AD7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62220" y="5136049"/>
            <a:ext cx="1721949" cy="1721949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E6DFCE6-D181-E84C-E723-5F5F617C16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50543" y="3604605"/>
            <a:ext cx="1929327" cy="964663"/>
          </a:xfrm>
          <a:prstGeom prst="rect">
            <a:avLst/>
          </a:prstGeom>
        </p:spPr>
      </p:pic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8F10CB3-3B5E-4C7A-98CF-B87454DD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8370" y="3966828"/>
            <a:ext cx="3339958" cy="2891173"/>
          </a:xfrm>
          <a:custGeom>
            <a:avLst/>
            <a:gdLst>
              <a:gd name="connsiteX0" fmla="*/ 2002536 w 3339958"/>
              <a:gd name="connsiteY0" fmla="*/ 0 h 2891173"/>
              <a:gd name="connsiteX1" fmla="*/ 3276335 w 3339958"/>
              <a:gd name="connsiteY1" fmla="*/ 457282 h 2891173"/>
              <a:gd name="connsiteX2" fmla="*/ 3339958 w 3339958"/>
              <a:gd name="connsiteY2" fmla="*/ 515107 h 2891173"/>
              <a:gd name="connsiteX3" fmla="*/ 3339958 w 3339958"/>
              <a:gd name="connsiteY3" fmla="*/ 2891173 h 2891173"/>
              <a:gd name="connsiteX4" fmla="*/ 209954 w 3339958"/>
              <a:gd name="connsiteY4" fmla="*/ 2891173 h 2891173"/>
              <a:gd name="connsiteX5" fmla="*/ 157369 w 3339958"/>
              <a:gd name="connsiteY5" fmla="*/ 2782014 h 2891173"/>
              <a:gd name="connsiteX6" fmla="*/ 0 w 3339958"/>
              <a:gd name="connsiteY6" fmla="*/ 2002536 h 2891173"/>
              <a:gd name="connsiteX7" fmla="*/ 2002536 w 3339958"/>
              <a:gd name="connsiteY7" fmla="*/ 0 h 289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39958" h="2891173">
                <a:moveTo>
                  <a:pt x="2002536" y="0"/>
                </a:moveTo>
                <a:cubicBezTo>
                  <a:pt x="2486398" y="0"/>
                  <a:pt x="2930179" y="171609"/>
                  <a:pt x="3276335" y="457282"/>
                </a:cubicBezTo>
                <a:lnTo>
                  <a:pt x="3339958" y="515107"/>
                </a:lnTo>
                <a:lnTo>
                  <a:pt x="3339958" y="2891173"/>
                </a:lnTo>
                <a:lnTo>
                  <a:pt x="209954" y="2891173"/>
                </a:lnTo>
                <a:lnTo>
                  <a:pt x="157369" y="2782014"/>
                </a:lnTo>
                <a:cubicBezTo>
                  <a:pt x="56036" y="2542434"/>
                  <a:pt x="0" y="2279029"/>
                  <a:pt x="0" y="2002536"/>
                </a:cubicBezTo>
                <a:cubicBezTo>
                  <a:pt x="0" y="896566"/>
                  <a:pt x="896566" y="0"/>
                  <a:pt x="2002536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0B0DBC8-B5F0-40AE-A3D3-BCD504119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009416" y="4131546"/>
            <a:ext cx="3178912" cy="2726454"/>
          </a:xfrm>
          <a:custGeom>
            <a:avLst/>
            <a:gdLst>
              <a:gd name="connsiteX0" fmla="*/ 1837818 w 3178912"/>
              <a:gd name="connsiteY0" fmla="*/ 0 h 2726454"/>
              <a:gd name="connsiteX1" fmla="*/ 3137352 w 3178912"/>
              <a:gd name="connsiteY1" fmla="*/ 538285 h 2726454"/>
              <a:gd name="connsiteX2" fmla="*/ 3178912 w 3178912"/>
              <a:gd name="connsiteY2" fmla="*/ 584013 h 2726454"/>
              <a:gd name="connsiteX3" fmla="*/ 3178912 w 3178912"/>
              <a:gd name="connsiteY3" fmla="*/ 2726454 h 2726454"/>
              <a:gd name="connsiteX4" fmla="*/ 229483 w 3178912"/>
              <a:gd name="connsiteY4" fmla="*/ 2726454 h 2726454"/>
              <a:gd name="connsiteX5" fmla="*/ 221815 w 3178912"/>
              <a:gd name="connsiteY5" fmla="*/ 2713832 h 2726454"/>
              <a:gd name="connsiteX6" fmla="*/ 0 w 3178912"/>
              <a:gd name="connsiteY6" fmla="*/ 1837818 h 2726454"/>
              <a:gd name="connsiteX7" fmla="*/ 1837818 w 3178912"/>
              <a:gd name="connsiteY7" fmla="*/ 0 h 2726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78912" h="2726454">
                <a:moveTo>
                  <a:pt x="1837818" y="0"/>
                </a:moveTo>
                <a:cubicBezTo>
                  <a:pt x="2345318" y="0"/>
                  <a:pt x="2804772" y="205705"/>
                  <a:pt x="3137352" y="538285"/>
                </a:cubicBezTo>
                <a:lnTo>
                  <a:pt x="3178912" y="584013"/>
                </a:lnTo>
                <a:lnTo>
                  <a:pt x="3178912" y="2726454"/>
                </a:lnTo>
                <a:lnTo>
                  <a:pt x="229483" y="2726454"/>
                </a:lnTo>
                <a:lnTo>
                  <a:pt x="221815" y="2713832"/>
                </a:lnTo>
                <a:cubicBezTo>
                  <a:pt x="80353" y="2453425"/>
                  <a:pt x="0" y="2155005"/>
                  <a:pt x="0" y="1837818"/>
                </a:cubicBezTo>
                <a:cubicBezTo>
                  <a:pt x="0" y="822819"/>
                  <a:pt x="822819" y="0"/>
                  <a:pt x="183781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23D32D3-6010-D07E-A4DE-0B014C0C54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4135" y="4813202"/>
            <a:ext cx="1751874" cy="1751874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02B248-90F0-97B2-7156-B2BA743833B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066895" y="5338494"/>
            <a:ext cx="1228104" cy="122810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79025E7-2966-E0F0-1EE6-068D344A2B2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1412" y="4728894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845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8C2E0-58B8-4B5E-52A9-BC0F40C46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Additional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C1B4A4-4C7F-1A05-DE4B-461887606B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90022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1427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3035C9-93C9-4A1C-B191-8129054E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97530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F3D8E-DDB3-303F-7232-62694229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695" y="2248263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Live Demo</a:t>
            </a:r>
          </a:p>
        </p:txBody>
      </p:sp>
      <p:pic>
        <p:nvPicPr>
          <p:cNvPr id="7" name="Graphic 6" descr="Play">
            <a:extLst>
              <a:ext uri="{FF2B5EF4-FFF2-40B4-BE49-F238E27FC236}">
                <a16:creationId xmlns:a16="http://schemas.microsoft.com/office/drawing/2014/main" id="{2B9DECB2-0E9A-F2DF-D15C-9715B248CB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754" y="1243422"/>
            <a:ext cx="4371155" cy="43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126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73035C9-93C9-4A1C-B191-8129054EC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ED8D03E-F375-4E67-B932-FF9B007B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997530" y="387180"/>
            <a:ext cx="3850317" cy="6538623"/>
          </a:xfrm>
          <a:custGeom>
            <a:avLst/>
            <a:gdLst>
              <a:gd name="connsiteX0" fmla="*/ 0 w 3850317"/>
              <a:gd name="connsiteY0" fmla="*/ 0 h 5978116"/>
              <a:gd name="connsiteX1" fmla="*/ 3850317 w 3850317"/>
              <a:gd name="connsiteY1" fmla="*/ 0 h 5978116"/>
              <a:gd name="connsiteX2" fmla="*/ 3840373 w 3850317"/>
              <a:gd name="connsiteY2" fmla="*/ 258313 h 5978116"/>
              <a:gd name="connsiteX3" fmla="*/ 3755448 w 3850317"/>
              <a:gd name="connsiteY3" fmla="*/ 1537847 h 5978116"/>
              <a:gd name="connsiteX4" fmla="*/ 3150490 w 3850317"/>
              <a:gd name="connsiteY4" fmla="*/ 3989537 h 5978116"/>
              <a:gd name="connsiteX5" fmla="*/ 3089544 w 3850317"/>
              <a:gd name="connsiteY5" fmla="*/ 3606200 h 5978116"/>
              <a:gd name="connsiteX6" fmla="*/ 2922635 w 3850317"/>
              <a:gd name="connsiteY6" fmla="*/ 4519351 h 5978116"/>
              <a:gd name="connsiteX7" fmla="*/ 2904628 w 3850317"/>
              <a:gd name="connsiteY7" fmla="*/ 4466023 h 5978116"/>
              <a:gd name="connsiteX8" fmla="*/ 2825329 w 3850317"/>
              <a:gd name="connsiteY8" fmla="*/ 4562983 h 5978116"/>
              <a:gd name="connsiteX9" fmla="*/ 2695127 w 3850317"/>
              <a:gd name="connsiteY9" fmla="*/ 4973329 h 5978116"/>
              <a:gd name="connsiteX10" fmla="*/ 2501208 w 3850317"/>
              <a:gd name="connsiteY10" fmla="*/ 4457366 h 5978116"/>
              <a:gd name="connsiteX11" fmla="*/ 2209291 w 3850317"/>
              <a:gd name="connsiteY11" fmla="*/ 5028388 h 5978116"/>
              <a:gd name="connsiteX12" fmla="*/ 2135532 w 3850317"/>
              <a:gd name="connsiteY12" fmla="*/ 5321344 h 5978116"/>
              <a:gd name="connsiteX13" fmla="*/ 2009139 w 3850317"/>
              <a:gd name="connsiteY13" fmla="*/ 4714655 h 5978116"/>
              <a:gd name="connsiteX14" fmla="*/ 1918759 w 3850317"/>
              <a:gd name="connsiteY14" fmla="*/ 4486454 h 5978116"/>
              <a:gd name="connsiteX15" fmla="*/ 1800676 w 3850317"/>
              <a:gd name="connsiteY15" fmla="*/ 4608346 h 5978116"/>
              <a:gd name="connsiteX16" fmla="*/ 1614721 w 3850317"/>
              <a:gd name="connsiteY16" fmla="*/ 5319612 h 5978116"/>
              <a:gd name="connsiteX17" fmla="*/ 1530921 w 3850317"/>
              <a:gd name="connsiteY17" fmla="*/ 5433540 h 5978116"/>
              <a:gd name="connsiteX18" fmla="*/ 1569705 w 3850317"/>
              <a:gd name="connsiteY18" fmla="*/ 4803650 h 5978116"/>
              <a:gd name="connsiteX19" fmla="*/ 1517416 w 3850317"/>
              <a:gd name="connsiteY19" fmla="*/ 4640204 h 5978116"/>
              <a:gd name="connsiteX20" fmla="*/ 1425997 w 3850317"/>
              <a:gd name="connsiteY20" fmla="*/ 4800187 h 5978116"/>
              <a:gd name="connsiteX21" fmla="*/ 1348083 w 3850317"/>
              <a:gd name="connsiteY21" fmla="*/ 5363245 h 5978116"/>
              <a:gd name="connsiteX22" fmla="*/ 1200566 w 3850317"/>
              <a:gd name="connsiteY22" fmla="*/ 5526691 h 5978116"/>
              <a:gd name="connsiteX23" fmla="*/ 1027770 w 3850317"/>
              <a:gd name="connsiteY23" fmla="*/ 5803718 h 5978116"/>
              <a:gd name="connsiteX24" fmla="*/ 892373 w 3850317"/>
              <a:gd name="connsiteY24" fmla="*/ 5604950 h 5978116"/>
              <a:gd name="connsiteX25" fmla="*/ 681487 w 3850317"/>
              <a:gd name="connsiteY25" fmla="*/ 5914528 h 5978116"/>
              <a:gd name="connsiteX26" fmla="*/ 414155 w 3850317"/>
              <a:gd name="connsiteY26" fmla="*/ 5817569 h 5978116"/>
              <a:gd name="connsiteX27" fmla="*/ 360135 w 3850317"/>
              <a:gd name="connsiteY27" fmla="*/ 5287062 h 5978116"/>
              <a:gd name="connsiteX28" fmla="*/ 281875 w 3850317"/>
              <a:gd name="connsiteY28" fmla="*/ 4677256 h 5978116"/>
              <a:gd name="connsiteX29" fmla="*/ 237897 w 3850317"/>
              <a:gd name="connsiteY29" fmla="*/ 4207696 h 5978116"/>
              <a:gd name="connsiteX30" fmla="*/ 145093 w 3850317"/>
              <a:gd name="connsiteY30" fmla="*/ 3878379 h 5978116"/>
              <a:gd name="connsiteX31" fmla="*/ 72373 w 3850317"/>
              <a:gd name="connsiteY31" fmla="*/ 2447189 h 5978116"/>
              <a:gd name="connsiteX32" fmla="*/ 0 w 3850317"/>
              <a:gd name="connsiteY32" fmla="*/ 0 h 5978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3850317" h="5978116">
                <a:moveTo>
                  <a:pt x="0" y="0"/>
                </a:moveTo>
                <a:lnTo>
                  <a:pt x="3850317" y="0"/>
                </a:lnTo>
                <a:lnTo>
                  <a:pt x="3840373" y="258313"/>
                </a:lnTo>
                <a:cubicBezTo>
                  <a:pt x="3816350" y="852957"/>
                  <a:pt x="3786959" y="1372106"/>
                  <a:pt x="3755448" y="1537847"/>
                </a:cubicBezTo>
                <a:cubicBezTo>
                  <a:pt x="3300085" y="3936555"/>
                  <a:pt x="3150490" y="3989537"/>
                  <a:pt x="3150490" y="3989537"/>
                </a:cubicBezTo>
                <a:cubicBezTo>
                  <a:pt x="3150490" y="3989537"/>
                  <a:pt x="3124172" y="3732940"/>
                  <a:pt x="3089544" y="3606200"/>
                </a:cubicBezTo>
                <a:cubicBezTo>
                  <a:pt x="3082618" y="3784537"/>
                  <a:pt x="2946529" y="4491302"/>
                  <a:pt x="2922635" y="4519351"/>
                </a:cubicBezTo>
                <a:cubicBezTo>
                  <a:pt x="2916749" y="4502729"/>
                  <a:pt x="2910515" y="4484030"/>
                  <a:pt x="2904628" y="4466023"/>
                </a:cubicBezTo>
                <a:cubicBezTo>
                  <a:pt x="2884890" y="4501344"/>
                  <a:pt x="2859958" y="4534241"/>
                  <a:pt x="2825329" y="4562983"/>
                </a:cubicBezTo>
                <a:cubicBezTo>
                  <a:pt x="2706208" y="4662020"/>
                  <a:pt x="2743260" y="4833430"/>
                  <a:pt x="2695127" y="4973329"/>
                </a:cubicBezTo>
                <a:cubicBezTo>
                  <a:pt x="2446495" y="4877408"/>
                  <a:pt x="2545186" y="4641589"/>
                  <a:pt x="2501208" y="4457366"/>
                </a:cubicBezTo>
                <a:cubicBezTo>
                  <a:pt x="2341225" y="4936277"/>
                  <a:pt x="2267120" y="4837932"/>
                  <a:pt x="2209291" y="5028388"/>
                </a:cubicBezTo>
                <a:cubicBezTo>
                  <a:pt x="2137610" y="5264900"/>
                  <a:pt x="2135532" y="5321344"/>
                  <a:pt x="2135532" y="5321344"/>
                </a:cubicBezTo>
                <a:cubicBezTo>
                  <a:pt x="2004983" y="5137467"/>
                  <a:pt x="2054502" y="4933506"/>
                  <a:pt x="2009139" y="4714655"/>
                </a:cubicBezTo>
                <a:cubicBezTo>
                  <a:pt x="1956503" y="4642281"/>
                  <a:pt x="1932264" y="4565753"/>
                  <a:pt x="1918759" y="4486454"/>
                </a:cubicBezTo>
                <a:cubicBezTo>
                  <a:pt x="1889671" y="4439359"/>
                  <a:pt x="1848463" y="4656479"/>
                  <a:pt x="1800676" y="4608346"/>
                </a:cubicBezTo>
                <a:cubicBezTo>
                  <a:pt x="1760507" y="4832391"/>
                  <a:pt x="1681208" y="5047087"/>
                  <a:pt x="1614721" y="5319612"/>
                </a:cubicBezTo>
                <a:cubicBezTo>
                  <a:pt x="1580786" y="5457780"/>
                  <a:pt x="1530574" y="5446352"/>
                  <a:pt x="1530921" y="5433540"/>
                </a:cubicBezTo>
                <a:cubicBezTo>
                  <a:pt x="1532998" y="5109418"/>
                  <a:pt x="1600177" y="5128464"/>
                  <a:pt x="1569705" y="4803650"/>
                </a:cubicBezTo>
                <a:cubicBezTo>
                  <a:pt x="1566242" y="4746167"/>
                  <a:pt x="1596022" y="4651631"/>
                  <a:pt x="1517416" y="4640204"/>
                </a:cubicBezTo>
                <a:cubicBezTo>
                  <a:pt x="1415608" y="4628430"/>
                  <a:pt x="1436385" y="4747898"/>
                  <a:pt x="1425997" y="4800187"/>
                </a:cubicBezTo>
                <a:cubicBezTo>
                  <a:pt x="1389291" y="5009342"/>
                  <a:pt x="1370938" y="5149241"/>
                  <a:pt x="1348083" y="5363245"/>
                </a:cubicBezTo>
                <a:cubicBezTo>
                  <a:pt x="1336655" y="5453625"/>
                  <a:pt x="1352931" y="5563743"/>
                  <a:pt x="1200566" y="5526691"/>
                </a:cubicBezTo>
                <a:cubicBezTo>
                  <a:pt x="1051664" y="5551623"/>
                  <a:pt x="1099105" y="5719570"/>
                  <a:pt x="1027770" y="5803718"/>
                </a:cubicBezTo>
                <a:cubicBezTo>
                  <a:pt x="945009" y="5758701"/>
                  <a:pt x="1003184" y="5640964"/>
                  <a:pt x="892373" y="5604950"/>
                </a:cubicBezTo>
                <a:cubicBezTo>
                  <a:pt x="925963" y="5772552"/>
                  <a:pt x="680448" y="5747619"/>
                  <a:pt x="681487" y="5914528"/>
                </a:cubicBezTo>
                <a:cubicBezTo>
                  <a:pt x="534662" y="6049233"/>
                  <a:pt x="467137" y="5947425"/>
                  <a:pt x="414155" y="5817569"/>
                </a:cubicBezTo>
                <a:cubicBezTo>
                  <a:pt x="348015" y="5648929"/>
                  <a:pt x="370177" y="5468515"/>
                  <a:pt x="360135" y="5287062"/>
                </a:cubicBezTo>
                <a:cubicBezTo>
                  <a:pt x="338319" y="5059207"/>
                  <a:pt x="278758" y="4907881"/>
                  <a:pt x="281875" y="4677256"/>
                </a:cubicBezTo>
                <a:cubicBezTo>
                  <a:pt x="237204" y="4527316"/>
                  <a:pt x="250017" y="4367332"/>
                  <a:pt x="237897" y="4207696"/>
                </a:cubicBezTo>
                <a:cubicBezTo>
                  <a:pt x="210194" y="3969452"/>
                  <a:pt x="176258" y="4119047"/>
                  <a:pt x="145093" y="3878379"/>
                </a:cubicBezTo>
                <a:cubicBezTo>
                  <a:pt x="114274" y="3641175"/>
                  <a:pt x="72720" y="2448920"/>
                  <a:pt x="72373" y="2447189"/>
                </a:cubicBezTo>
                <a:cubicBezTo>
                  <a:pt x="72720" y="2447189"/>
                  <a:pt x="12120" y="1233809"/>
                  <a:pt x="0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FE43D2-BC54-E736-7977-60693735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7695" y="2248263"/>
            <a:ext cx="3768917" cy="16061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pic>
        <p:nvPicPr>
          <p:cNvPr id="7" name="Graphic 6" descr="Help">
            <a:extLst>
              <a:ext uri="{FF2B5EF4-FFF2-40B4-BE49-F238E27FC236}">
                <a16:creationId xmlns:a16="http://schemas.microsoft.com/office/drawing/2014/main" id="{2E5AB486-909A-A8E5-43EB-EF053B99FE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754" y="1243422"/>
            <a:ext cx="4371155" cy="43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655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276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J.A.K.E. Weather</vt:lpstr>
      <vt:lpstr>    Overview</vt:lpstr>
      <vt:lpstr>What is J.A.K.E. Weather?</vt:lpstr>
      <vt:lpstr>Development Process</vt:lpstr>
      <vt:lpstr>    Key Learnings &amp; Reflections</vt:lpstr>
      <vt:lpstr>Tech Stack</vt:lpstr>
      <vt:lpstr>Tools &amp; Integrations</vt:lpstr>
      <vt:lpstr>Additional Features</vt:lpstr>
      <vt:lpstr>Live Demo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Ryse</dc:creator>
  <cp:lastModifiedBy>Alex Ryse</cp:lastModifiedBy>
  <cp:revision>13</cp:revision>
  <dcterms:created xsi:type="dcterms:W3CDTF">2025-12-05T23:39:51Z</dcterms:created>
  <dcterms:modified xsi:type="dcterms:W3CDTF">2025-12-10T16:45:20Z</dcterms:modified>
</cp:coreProperties>
</file>